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f83b5a52a84498" /><Relationship Type="http://schemas.openxmlformats.org/officeDocument/2006/relationships/extended-properties" Target="/docProps/app.xml" Id="Reddc610652134492" /><Relationship Type="http://schemas.openxmlformats.org/officeDocument/2006/relationships/officeDocument" Target="/ppt/presentation.xml" Id="R824571337b484205" /></Relationships>
</file>

<file path=ppt/presentation.xml><?xml version="1.0" encoding="utf-8"?>
<p:presentation xmlns:p="http://schemas.openxmlformats.org/presentationml/2006/main">
  <p:sldMasterIdLst>
    <p:sldMasterId xmlns:r="http://schemas.openxmlformats.org/officeDocument/2006/relationships" id="2147483648" r:id="R5b43a43e294e4f22"/>
  </p:sldMasterIdLst>
  <p:notesMasterIdLst>
    <p:notesMasterId xmlns:r="http://schemas.openxmlformats.org/officeDocument/2006/relationships" r:id="R511705cbabf24331"/>
  </p:notesMasterIdLst>
  <p:sldIdLst>
    <p:sldId xmlns:r="http://schemas.openxmlformats.org/officeDocument/2006/relationships" id="256" r:id="Rd72e76b947dc49e5"/>
    <p:sldId xmlns:r="http://schemas.openxmlformats.org/officeDocument/2006/relationships" id="257" r:id="R96dcc89be0a54f44"/>
    <p:sldId xmlns:r="http://schemas.openxmlformats.org/officeDocument/2006/relationships" id="258" r:id="R237e4d5000284438"/>
    <p:sldId xmlns:r="http://schemas.openxmlformats.org/officeDocument/2006/relationships" id="259" r:id="Rd4399da9036e4921"/>
    <p:sldId xmlns:r="http://schemas.openxmlformats.org/officeDocument/2006/relationships" id="260" r:id="R547e4e260dfc4089"/>
    <p:sldId xmlns:r="http://schemas.openxmlformats.org/officeDocument/2006/relationships" id="261" r:id="Rc74ba37680fd43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194d2d07854f78" /><Relationship Type="http://schemas.openxmlformats.org/officeDocument/2006/relationships/slideMaster" Target="/ppt/slideMasters/slideMaster1.xml" Id="R5b43a43e294e4f22" /><Relationship Type="http://schemas.openxmlformats.org/officeDocument/2006/relationships/notesMaster" Target="/ppt/notesMasters/notesMaster1.xml" Id="R511705cbabf24331" /><Relationship Type="http://schemas.openxmlformats.org/officeDocument/2006/relationships/presProps" Target="/ppt/presProps.xml" Id="Rabc8ce837213471a" /><Relationship Type="http://schemas.openxmlformats.org/officeDocument/2006/relationships/tableStyles" Target="/ppt/tableStyles.xml" Id="Refe7d9e7d0db49ff" /><Relationship Type="http://schemas.openxmlformats.org/officeDocument/2006/relationships/slide" Target="/ppt/slides/slide1.xml" Id="Rd72e76b947dc49e5" /><Relationship Type="http://schemas.openxmlformats.org/officeDocument/2006/relationships/slide" Target="/ppt/slides/slide2.xml" Id="R96dcc89be0a54f44" /><Relationship Type="http://schemas.openxmlformats.org/officeDocument/2006/relationships/slide" Target="/ppt/slides/slide3.xml" Id="R237e4d5000284438" /><Relationship Type="http://schemas.openxmlformats.org/officeDocument/2006/relationships/slide" Target="/ppt/slides/slide4.xml" Id="Rd4399da9036e4921" /><Relationship Type="http://schemas.openxmlformats.org/officeDocument/2006/relationships/slide" Target="/ppt/slides/slide5.xml" Id="R547e4e260dfc4089" /><Relationship Type="http://schemas.openxmlformats.org/officeDocument/2006/relationships/slide" Target="/ppt/slides/slide6.xml" Id="Rc74ba37680fd43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78176330044a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e5bac72e2741e4" /><Relationship Type="http://schemas.openxmlformats.org/officeDocument/2006/relationships/notesMaster" Target="/ppt/notesMasters/notesMaster1.xml" Id="R87560e9303864e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c623dc69b245fd" /><Relationship Type="http://schemas.openxmlformats.org/officeDocument/2006/relationships/notesMaster" Target="/ppt/notesMasters/notesMaster1.xml" Id="Rb3c7518135bc4b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2f1a7f731f4474" /><Relationship Type="http://schemas.openxmlformats.org/officeDocument/2006/relationships/notesMaster" Target="/ppt/notesMasters/notesMaster1.xml" Id="Rbd4ac2a7e25740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00b3eb623e41f7" /><Relationship Type="http://schemas.openxmlformats.org/officeDocument/2006/relationships/notesMaster" Target="/ppt/notesMasters/notesMaster1.xml" Id="R000cdf644b344a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2d3e25d5b44879" /><Relationship Type="http://schemas.openxmlformats.org/officeDocument/2006/relationships/notesMaster" Target="/ppt/notesMasters/notesMaster1.xml" Id="Rbef6f9ea3d9c47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9808d352c445e7" /><Relationship Type="http://schemas.openxmlformats.org/officeDocument/2006/relationships/notesMaster" Target="/ppt/notesMasters/notesMaster1.xml" Id="R56a921a2d05545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Après un vol retardé, le passager doit comprendre une règle, retrouver le bon canal et transmettre des documents sensibles. Droit de Retard prépare ce travail localement, sans transformer Gemma en juge.</a:t>
            </a:r>
          </a:p>
          <a:p xmlns:a="http://schemas.openxmlformats.org/drawingml/2006/main">
            <a:r>
              <a:t/>
            </a:r>
          </a:p>
          <a:p xmlns:a="http://schemas.openxmlformats.org/drawingml/2006/main">
            <a:r>
              <a:t>[Sources]</a:t>
            </a:r>
          </a:p>
          <a:p xmlns:a="http://schemas.openxmlformats.org/drawingml/2006/main">
            <a:r>
              <a:t>- PITCH_JURY.md — message central et narration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Commencer la démo avec le billet seul. Le bon résultat est needs_information : aucun incident n’est déduit d’un simple justificatif.</a:t>
            </a:r>
          </a:p>
          <a:p xmlns:a="http://schemas.openxmlformats.org/drawingml/2006/main">
            <a:r>
              <a:t/>
            </a:r>
          </a:p>
          <a:p xmlns:a="http://schemas.openxmlformats.org/drawingml/2006/main">
            <a:r>
              <a:t>[Sources]</a:t>
            </a:r>
          </a:p>
          <a:p xmlns:a="http://schemas.openxmlformats.org/drawingml/2006/main">
            <a:r>
              <a:t>- billet_avion_fictif.pdf — document fictif de démonstration</a:t>
            </a:r>
          </a:p>
          <a:p xmlns:a="http://schemas.openxmlformats.org/drawingml/2006/main">
            <a:r>
              <a:t>- test_agent.py — branche billet sans incident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Gemma lit le document, structure les faits et choisit les outils. Le dispatcher valide les arguments et le moteur de règles calcule la distance, le seuil et le montant. Gemma rédige seulement après cette décision.</a:t>
            </a:r>
          </a:p>
          <a:p xmlns:a="http://schemas.openxmlformats.org/drawingml/2006/main">
            <a:r>
              <a:t/>
            </a:r>
          </a:p>
          <a:p xmlns:a="http://schemas.openxmlformats.org/drawingml/2006/main">
            <a:r>
              <a:t>[Sources]</a:t>
            </a:r>
          </a:p>
          <a:p xmlns:a="http://schemas.openxmlformats.org/drawingml/2006/main">
            <a:r>
              <a:t>- agent.py — orchestration et function calling</a:t>
            </a:r>
          </a:p>
          <a:p xmlns:a="http://schemas.openxmlformats.org/drawingml/2006/main">
            <a:r>
              <a:t>- tools.py — schémas et liste blanche</a:t>
            </a:r>
          </a:p>
          <a:p xmlns:a="http://schemas.openxmlformats.org/drawingml/2006/main">
            <a:r>
              <a:t>- eu261.py — règles déterministes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trace prouve un vrai tool_call, distinct du fallback. Le rerun post-correctif a demandé deux outils, rejeté zéro appel et produit une qualification potentielle de 250 euros. Dire potentiel, jamais garanti.</a:t>
            </a:r>
          </a:p>
          <a:p xmlns:a="http://schemas.openxmlformats.org/drawingml/2006/main">
            <a:r>
              <a:t/>
            </a:r>
          </a:p>
          <a:p xmlns:a="http://schemas.openxmlformats.org/drawingml/2006/main">
            <a:r>
              <a:t>[Sources]</a:t>
            </a:r>
          </a:p>
          <a:p xmlns:a="http://schemas.openxmlformats.org/drawingml/2006/main">
            <a:r>
              <a:t>- RAPPORT_QA.md — rerun complet post-correctif</a:t>
            </a:r>
          </a:p>
          <a:p xmlns:a="http://schemas.openxmlformats.org/drawingml/2006/main">
            <a:r>
              <a:t>- RAPPORT_BENCHMARK.md — série de trois runs</a:t>
            </a:r>
          </a:p>
          <a:p xmlns:a="http://schemas.openxmlformats.org/drawingml/2006/main">
            <a:r>
              <a:t>- https://europa.eu/youreurope/citizens/travel/passenger-rights/air/index_fr.htm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Quatre choix résument le positionnement : local-first, aucune commission, décision explicable et récupération hors ligne. Ne pas comparer agressivement les concurrents ; montrer seulement ce que la démo prouve.</a:t>
            </a:r>
          </a:p>
          <a:p xmlns:a="http://schemas.openxmlformats.org/drawingml/2006/main">
            <a:r>
              <a:t/>
            </a:r>
          </a:p>
          <a:p xmlns:a="http://schemas.openxmlformats.org/drawingml/2006/main">
            <a:r>
              <a:t>[Sources]</a:t>
            </a:r>
          </a:p>
          <a:p xmlns:a="http://schemas.openxmlformats.org/drawingml/2006/main">
            <a:r>
              <a:t>- PITCH_JURY.md — quatre avantages</a:t>
            </a:r>
          </a:p>
          <a:p xmlns:a="http://schemas.openxmlformats.org/drawingml/2006/main">
            <a:r>
              <a:t>- BRIEF_VISUEL.md — contenu de la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Gemma ne remplace ni la règle ni l’utilisateur. Elle orchestre le travail : comprendre le billet, appeler le bon outil et rédiger à partir d’une décision vérifiable.</a:t>
            </a:r>
          </a:p>
          <a:p xmlns:a="http://schemas.openxmlformats.org/drawingml/2006/main">
            <a:r>
              <a:t/>
            </a:r>
          </a:p>
          <a:p xmlns:a="http://schemas.openxmlformats.org/drawingml/2006/main">
            <a:r>
              <a:t>[Sources]</a:t>
            </a:r>
          </a:p>
          <a:p xmlns:a="http://schemas.openxmlformats.org/drawingml/2006/main">
            <a:r>
              <a:t>- PITCH_JURY.md —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5b25996c0c4c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bb2ad4133842fc" /><Relationship Type="http://schemas.openxmlformats.org/officeDocument/2006/relationships/slideLayout" Target="/ppt/slideLayouts/slideLayout1.xml" Id="R77ca2b16b31942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ca2b16b31942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e48c0d4d8d41bb" /><Relationship Type="http://schemas.openxmlformats.org/officeDocument/2006/relationships/notesSlide" Target="/ppt/notesSlides/notesSlide1.xml" Id="R1cfc0427708741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967279fd154ec1" /><Relationship Type="http://schemas.openxmlformats.org/officeDocument/2006/relationships/image" Target="/ppt/media/image.png" Id="R10dbd45db5fe43db" /><Relationship Type="http://schemas.openxmlformats.org/officeDocument/2006/relationships/notesSlide" Target="/ppt/notesSlides/notesSlide2.xml" Id="R2fb911bb4cbc43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6b3b733a3041c9" /><Relationship Type="http://schemas.openxmlformats.org/officeDocument/2006/relationships/notesSlide" Target="/ppt/notesSlides/notesSlide3.xml" Id="R4583d2cff9d240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6c02576fe64684" /><Relationship Type="http://schemas.openxmlformats.org/officeDocument/2006/relationships/notesSlide" Target="/ppt/notesSlides/notesSlide4.xml" Id="R67a99ca3667347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b89df1dd804fa6" /><Relationship Type="http://schemas.openxmlformats.org/officeDocument/2006/relationships/notesSlide" Target="/ppt/notesSlides/notesSlide5.xml" Id="Rd9850799e61947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9ce4eb10804a77" /><Relationship Type="http://schemas.openxmlformats.org/officeDocument/2006/relationships/notesSlide" Target="/ppt/notesSlides/notesSlide6.xml" Id="Rb55d05ee1a9d43d5" /></Relationships>
</file>

<file path=ppt/slides/slide1.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6FFAAB-1506-4ED9-A016-CB24EE0DD19D}"/>
              </a:ext>
            </a:extLst>
          </p:cNvPr>
          <p:cNvSpPr>
            <a:spLocks xmlns:a="http://schemas.openxmlformats.org/drawingml/2006/main" noGrp="1"/>
          </p:cNvSpPr>
          <p:nvPr/>
        </p:nvSpPr>
        <p:spPr>
          <a:xfrm xmlns:a="http://schemas.openxmlformats.org/drawingml/2006/main">
            <a:off x="10610850" y="666750"/>
            <a:ext cx="323850" cy="5429250"/>
          </a:xfrm>
          <a:prstGeom xmlns:a="http://schemas.openxmlformats.org/drawingml/2006/main" prst="roundRect">
            <a:avLst>
              <a:gd name="adj" fmla="val 50000"/>
            </a:avLst>
          </a:prstGeom>
          <a:solidFill xmlns:a="http://schemas.openxmlformats.org/drawingml/2006/main">
            <a:srgbClr val="176B4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6B59CE7-8A93-423B-B24C-4CA5E16CB50B}"/>
              </a:ext>
            </a:extLst>
          </p:cNvPr>
          <p:cNvSpPr>
            <a:spLocks xmlns:a="http://schemas.openxmlformats.org/drawingml/2006/main" noGrp="1"/>
          </p:cNvSpPr>
          <p:nvPr/>
        </p:nvSpPr>
        <p:spPr>
          <a:xfrm xmlns:a="http://schemas.openxmlformats.org/drawingml/2006/main">
            <a:off x="685800" y="7620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6B4D"/>
                </a:solidFill>
              </a:defRPr>
            </a:pPr>
            <a:r>
              <a:rPr sz="1350" b="1">
                <a:solidFill>
                  <a:srgbClr val="176B4D"/>
                </a:solidFill>
              </a:rPr>
              <a:t>GEMMA 4 · TRACK 02</a:t>
            </a:r>
          </a:p>
        </p:txBody>
      </p:sp>
      <p:sp>
        <p:nvSpPr>
          <p:cNvPr id="3" name="">
            <a:extLst xmlns:a="http://schemas.openxmlformats.org/drawingml/2006/main">
              <a:ext uri="{FF2B5EF4-FFF2-40B4-BE49-F238E27FC236}">
                <a16:creationId xmlns:a16="http://schemas.microsoft.com/office/drawing/2014/main" id="{0B0D864A-2967-4847-8A54-7C940A4A8151}"/>
              </a:ext>
            </a:extLst>
          </p:cNvPr>
          <p:cNvSpPr>
            <a:spLocks xmlns:a="http://schemas.openxmlformats.org/drawingml/2006/main" noGrp="1"/>
          </p:cNvSpPr>
          <p:nvPr/>
        </p:nvSpPr>
        <p:spPr>
          <a:xfrm xmlns:a="http://schemas.openxmlformats.org/drawingml/2006/main">
            <a:off x="685800" y="1657350"/>
            <a:ext cx="8858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400" b="1">
                <a:solidFill>
                  <a:srgbClr val="132019"/>
                </a:solidFill>
              </a:defRPr>
            </a:pPr>
            <a:r>
              <a:rPr sz="5400" b="1">
                <a:solidFill>
                  <a:srgbClr val="132019"/>
                </a:solidFill>
              </a:rPr>
              <a:t>Droit de Retard</a:t>
            </a:r>
          </a:p>
        </p:txBody>
      </p:sp>
      <p:sp>
        <p:nvSpPr>
          <p:cNvPr id="4" name="">
            <a:extLst xmlns:a="http://schemas.openxmlformats.org/drawingml/2006/main">
              <a:ext uri="{FF2B5EF4-FFF2-40B4-BE49-F238E27FC236}">
                <a16:creationId xmlns:a16="http://schemas.microsoft.com/office/drawing/2014/main" id="{B63C3B30-10D0-49E9-896B-8CF933720F4F}"/>
              </a:ext>
            </a:extLst>
          </p:cNvPr>
          <p:cNvSpPr>
            <a:spLocks xmlns:a="http://schemas.openxmlformats.org/drawingml/2006/main" noGrp="1"/>
          </p:cNvSpPr>
          <p:nvPr/>
        </p:nvSpPr>
        <p:spPr>
          <a:xfrm xmlns:a="http://schemas.openxmlformats.org/drawingml/2006/main">
            <a:off x="685800" y="2857500"/>
            <a:ext cx="8096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0">
                <a:solidFill>
                  <a:srgbClr val="607067"/>
                </a:solidFill>
              </a:defRPr>
            </a:pPr>
            <a:r>
              <a:rPr sz="2550" b="0">
                <a:solidFill>
                  <a:srgbClr val="607067"/>
                </a:solidFill>
              </a:rPr>
              <a:t>Du billet à une réclamation EU261</a:t>
            </a:r>
          </a:p>
          <a:p xmlns:a="http://schemas.openxmlformats.org/drawingml/2006/main">
            <a:pPr algn="l">
              <a:defRPr sz="2550" b="0">
                <a:solidFill>
                  <a:srgbClr val="607067"/>
                </a:solidFill>
              </a:defRPr>
            </a:pPr>
            <a:r>
              <a:rPr sz="2550" b="0">
                <a:solidFill>
                  <a:srgbClr val="607067"/>
                </a:solidFill>
              </a:rPr>
              <a:t>locale, explicable et contrôlée.</a:t>
            </a:r>
          </a:p>
        </p:txBody>
      </p:sp>
      <p:sp>
        <p:nvSpPr>
          <p:cNvPr id="5" name="">
            <a:extLst xmlns:a="http://schemas.openxmlformats.org/drawingml/2006/main">
              <a:ext uri="{FF2B5EF4-FFF2-40B4-BE49-F238E27FC236}">
                <a16:creationId xmlns:a16="http://schemas.microsoft.com/office/drawing/2014/main" id="{256C4814-A7B2-4D12-8FDF-B0339000D4EE}"/>
              </a:ext>
            </a:extLst>
          </p:cNvPr>
          <p:cNvSpPr>
            <a:spLocks xmlns:a="http://schemas.openxmlformats.org/drawingml/2006/main" noGrp="1"/>
          </p:cNvSpPr>
          <p:nvPr/>
        </p:nvSpPr>
        <p:spPr>
          <a:xfrm xmlns:a="http://schemas.openxmlformats.org/drawingml/2006/main">
            <a:off x="685800" y="5334000"/>
            <a:ext cx="847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6B4D"/>
                </a:solidFill>
              </a:defRPr>
            </a:pPr>
            <a:r>
              <a:rPr sz="1425" b="1">
                <a:solidFill>
                  <a:srgbClr val="176B4D"/>
                </a:solidFill>
              </a:rPr>
              <a:t>LOCAL-FIRST   ·   0 % DE COMMISSION   ·   MODE DÉGRADÉ</a:t>
            </a:r>
          </a:p>
        </p:txBody>
      </p:sp>
      <p:sp>
        <p:nvSpPr>
          <p:cNvPr id="6" name="">
            <a:extLst xmlns:a="http://schemas.openxmlformats.org/drawingml/2006/main">
              <a:ext uri="{FF2B5EF4-FFF2-40B4-BE49-F238E27FC236}">
                <a16:creationId xmlns:a16="http://schemas.microsoft.com/office/drawing/2014/main" id="{C612EC76-47CD-4B14-8A45-2AE07658FC98}"/>
              </a:ext>
            </a:extLst>
          </p:cNvPr>
          <p:cNvSpPr>
            <a:spLocks xmlns:a="http://schemas.openxmlformats.org/drawingml/2006/main" noGrp="1"/>
          </p:cNvSpPr>
          <p:nvPr/>
        </p:nvSpPr>
        <p:spPr>
          <a:xfrm xmlns:a="http://schemas.openxmlformats.org/drawingml/2006/main">
            <a:off x="685800" y="64293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07067"/>
                </a:solidFill>
              </a:defRPr>
            </a:pPr>
            <a:r>
              <a:rPr sz="1050" b="1">
                <a:solidFill>
                  <a:srgbClr val="607067"/>
                </a:solidFill>
              </a:rPr>
              <a:t>DROIT DE RETARD · GEMMA 4</a:t>
            </a:r>
          </a:p>
        </p:txBody>
      </p:sp>
      <p:sp>
        <p:nvSpPr>
          <p:cNvPr id="7" name="">
            <a:extLst xmlns:a="http://schemas.openxmlformats.org/drawingml/2006/main">
              <a:ext uri="{FF2B5EF4-FFF2-40B4-BE49-F238E27FC236}">
                <a16:creationId xmlns:a16="http://schemas.microsoft.com/office/drawing/2014/main" id="{525A6F7A-A8CF-4393-8869-AA9006BE670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07067"/>
                </a:solidFill>
              </a:defRPr>
            </a:pPr>
            <a:r>
              <a:rPr sz="1050" b="1">
                <a:solidFill>
                  <a:srgbClr val="607067"/>
                </a:solidFill>
              </a:rPr>
              <a:t>01</a:t>
            </a:r>
          </a:p>
        </p:txBody>
      </p:sp>
    </p:spTree>
    <p:extLst>
      <p:ext uri="{BB962C8B-B14F-4D97-AF65-F5344CB8AC3E}">
        <p14:creationId xmlns:p14="http://schemas.microsoft.com/office/powerpoint/2010/main" val="116783784"/>
      </p:ext>
    </p:extLst>
  </p:cSld>
</p:sld>
</file>

<file path=ppt/slides/slide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06EA7D-6418-4F74-B674-74A941160D38}"/>
              </a:ext>
            </a:extLst>
          </p:cNvPr>
          <p:cNvSpPr>
            <a:spLocks xmlns:a="http://schemas.openxmlformats.org/drawingml/2006/main" noGrp="1"/>
          </p:cNvSpPr>
          <p:nvPr/>
        </p:nvSpPr>
        <p:spPr>
          <a:xfrm xmlns:a="http://schemas.openxmlformats.org/drawingml/2006/main">
            <a:off x="685800" y="4762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6B4D"/>
                </a:solidFill>
              </a:defRPr>
            </a:pPr>
            <a:r>
              <a:rPr sz="1200" b="1">
                <a:solidFill>
                  <a:srgbClr val="176B4D"/>
                </a:solidFill>
              </a:rPr>
              <a:t>LE PROBLÈME</a:t>
            </a:r>
          </a:p>
        </p:txBody>
      </p:sp>
      <p:sp>
        <p:nvSpPr>
          <p:cNvPr id="2" name="">
            <a:extLst xmlns:a="http://schemas.openxmlformats.org/drawingml/2006/main">
              <a:ext uri="{FF2B5EF4-FFF2-40B4-BE49-F238E27FC236}">
                <a16:creationId xmlns:a16="http://schemas.microsoft.com/office/drawing/2014/main" id="{5CDB3FD5-D24E-4AE2-8483-E694DA566654}"/>
              </a:ext>
            </a:extLst>
          </p:cNvPr>
          <p:cNvSpPr>
            <a:spLocks xmlns:a="http://schemas.openxmlformats.org/drawingml/2006/main" noGrp="1"/>
          </p:cNvSpPr>
          <p:nvPr/>
        </p:nvSpPr>
        <p:spPr>
          <a:xfrm xmlns:a="http://schemas.openxmlformats.org/drawingml/2006/main">
            <a:off x="685800" y="8382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32019"/>
                </a:solidFill>
              </a:defRPr>
            </a:pPr>
            <a:r>
              <a:rPr sz="3600" b="1">
                <a:solidFill>
                  <a:srgbClr val="132019"/>
                </a:solidFill>
              </a:rPr>
              <a:t>Un billet ne prouve pas un retard.</a:t>
            </a:r>
          </a:p>
        </p:txBody>
      </p:sp>
      <p:sp>
        <p:nvSpPr>
          <p:cNvPr id="3" name="">
            <a:extLst xmlns:a="http://schemas.openxmlformats.org/drawingml/2006/main">
              <a:ext uri="{FF2B5EF4-FFF2-40B4-BE49-F238E27FC236}">
                <a16:creationId xmlns:a16="http://schemas.microsoft.com/office/drawing/2014/main" id="{BFC9E27E-1383-4126-A225-287C8A56438C}"/>
              </a:ext>
            </a:extLst>
          </p:cNvPr>
          <p:cNvSpPr>
            <a:spLocks xmlns:a="http://schemas.openxmlformats.org/drawingml/2006/main" noGrp="1"/>
          </p:cNvSpPr>
          <p:nvPr/>
        </p:nvSpPr>
        <p:spPr>
          <a:xfrm xmlns:a="http://schemas.openxmlformats.org/drawingml/2006/main">
            <a:off x="685800" y="64293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07067"/>
                </a:solidFill>
              </a:defRPr>
            </a:pPr>
            <a:r>
              <a:rPr sz="1050" b="1">
                <a:solidFill>
                  <a:srgbClr val="607067"/>
                </a:solidFill>
              </a:rPr>
              <a:t>DROIT DE RETARD · GEMMA 4</a:t>
            </a:r>
          </a:p>
        </p:txBody>
      </p:sp>
      <p:sp>
        <p:nvSpPr>
          <p:cNvPr id="4" name="">
            <a:extLst xmlns:a="http://schemas.openxmlformats.org/drawingml/2006/main">
              <a:ext uri="{FF2B5EF4-FFF2-40B4-BE49-F238E27FC236}">
                <a16:creationId xmlns:a16="http://schemas.microsoft.com/office/drawing/2014/main" id="{AA10F733-B5E5-4BB7-A888-B74D14DB4B5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07067"/>
                </a:solidFill>
              </a:defRPr>
            </a:pPr>
            <a:r>
              <a:rPr sz="1050" b="1">
                <a:solidFill>
                  <a:srgbClr val="607067"/>
                </a:solidFill>
              </a:rPr>
              <a:t>02</a:t>
            </a:r>
          </a:p>
        </p:txBody>
      </p:sp>
      <p:sp>
        <p:nvSpPr>
          <p:cNvPr id="5" name="">
            <a:extLst xmlns:a="http://schemas.openxmlformats.org/drawingml/2006/main">
              <a:ext uri="{FF2B5EF4-FFF2-40B4-BE49-F238E27FC236}">
                <a16:creationId xmlns:a16="http://schemas.microsoft.com/office/drawing/2014/main" id="{5B9FC36B-3ADF-42F6-86D9-CCF3D54BA8B6}"/>
              </a:ext>
            </a:extLst>
          </p:cNvPr>
          <p:cNvSpPr>
            <a:spLocks xmlns:a="http://schemas.openxmlformats.org/drawingml/2006/main" noGrp="1"/>
          </p:cNvSpPr>
          <p:nvPr/>
        </p:nvSpPr>
        <p:spPr>
          <a:xfrm xmlns:a="http://schemas.openxmlformats.org/drawingml/2006/main">
            <a:off x="685800" y="2000250"/>
            <a:ext cx="4286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32019"/>
                </a:solidFill>
              </a:defRPr>
            </a:pPr>
            <a:r>
              <a:rPr sz="3000" b="1">
                <a:solidFill>
                  <a:srgbClr val="132019"/>
                </a:solidFill>
              </a:rPr>
              <a:t>L’agent doit savoir s’arrêter.</a:t>
            </a:r>
          </a:p>
        </p:txBody>
      </p:sp>
      <p:sp>
        <p:nvSpPr>
          <p:cNvPr id="6" name="">
            <a:extLst xmlns:a="http://schemas.openxmlformats.org/drawingml/2006/main">
              <a:ext uri="{FF2B5EF4-FFF2-40B4-BE49-F238E27FC236}">
                <a16:creationId xmlns:a16="http://schemas.microsoft.com/office/drawing/2014/main" id="{3F1B306A-0605-4203-A251-265CDED49AE8}"/>
              </a:ext>
            </a:extLst>
          </p:cNvPr>
          <p:cNvSpPr>
            <a:spLocks xmlns:a="http://schemas.openxmlformats.org/drawingml/2006/main" noGrp="1"/>
          </p:cNvSpPr>
          <p:nvPr/>
        </p:nvSpPr>
        <p:spPr>
          <a:xfrm xmlns:a="http://schemas.openxmlformats.org/drawingml/2006/main">
            <a:off x="685800" y="2781300"/>
            <a:ext cx="4238625"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0">
                <a:solidFill>
                  <a:srgbClr val="607067"/>
                </a:solidFill>
              </a:defRPr>
            </a:pPr>
            <a:r>
              <a:rPr sz="2025" b="0">
                <a:solidFill>
                  <a:srgbClr val="607067"/>
                </a:solidFill>
              </a:rPr>
              <a:t>Billet seul : il extrait les faits,</a:t>
            </a:r>
          </a:p>
          <a:p xmlns:a="http://schemas.openxmlformats.org/drawingml/2006/main">
            <a:pPr algn="l">
              <a:defRPr sz="2025" b="0">
                <a:solidFill>
                  <a:srgbClr val="607067"/>
                </a:solidFill>
              </a:defRPr>
            </a:pPr>
            <a:r>
              <a:rPr sz="2025" b="0">
                <a:solidFill>
                  <a:srgbClr val="607067"/>
                </a:solidFill>
              </a:rPr>
              <a:t>mais demande ce qui s’est passé.</a:t>
            </a:r>
          </a:p>
          <a:p xmlns:a="http://schemas.openxmlformats.org/drawingml/2006/main">
            <a:r>
              <a:t/>
            </a:r>
          </a:p>
          <a:p xmlns:a="http://schemas.openxmlformats.org/drawingml/2006/main">
            <a:pPr algn="l">
              <a:defRPr sz="2025" b="0">
                <a:solidFill>
                  <a:srgbClr val="607067"/>
                </a:solidFill>
              </a:defRPr>
            </a:pPr>
            <a:r>
              <a:rPr sz="2025" b="0">
                <a:solidFill>
                  <a:srgbClr val="607067"/>
                </a:solidFill>
              </a:rPr>
              <a:t>Aucune éligibilité inventée.</a:t>
            </a:r>
          </a:p>
          <a:p xmlns:a="http://schemas.openxmlformats.org/drawingml/2006/main">
            <a:pPr algn="l">
              <a:defRPr sz="2025" b="0">
                <a:solidFill>
                  <a:srgbClr val="607067"/>
                </a:solidFill>
              </a:defRPr>
            </a:pPr>
            <a:r>
              <a:rPr sz="2025" b="0">
                <a:solidFill>
                  <a:srgbClr val="607067"/>
                </a:solidFill>
              </a:rPr>
              <a:t>Aucune lettre prématurée.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0dbd45db5fe43db"/>
          <a:stretch xmlns:a="http://schemas.openxmlformats.org/drawingml/2006/main"/>
        </p:blipFill>
        <p:spPr>
          <a:xfrm xmlns:a="http://schemas.openxmlformats.org/drawingml/2006/main">
            <a:off x="7191477" y="1809750"/>
            <a:ext cx="2762046" cy="3905250"/>
          </a:xfrm>
          <a:prstGeom xmlns:a="http://schemas.openxmlformats.org/drawingml/2006/main" prst="roundRect">
            <a:avLst>
              <a:gd name="adj" fmla="val 2927"/>
            </a:avLst>
          </a:prstGeom>
        </p:spPr>
      </p:pic>
      <p:sp>
        <p:nvSpPr>
          <p:cNvPr id="8" name="">
            <a:extLst xmlns:a="http://schemas.openxmlformats.org/drawingml/2006/main">
              <a:ext uri="{FF2B5EF4-FFF2-40B4-BE49-F238E27FC236}">
                <a16:creationId xmlns:a16="http://schemas.microsoft.com/office/drawing/2014/main" id="{ED623EB5-6F66-4B09-BD75-51F6071D5E97}"/>
              </a:ext>
            </a:extLst>
          </p:cNvPr>
          <p:cNvSpPr>
            <a:spLocks xmlns:a="http://schemas.openxmlformats.org/drawingml/2006/main" noGrp="1"/>
          </p:cNvSpPr>
          <p:nvPr/>
        </p:nvSpPr>
        <p:spPr>
          <a:xfrm xmlns:a="http://schemas.openxmlformats.org/drawingml/2006/main">
            <a:off x="685800" y="5505450"/>
            <a:ext cx="4238625" cy="57150"/>
          </a:xfrm>
          <a:prstGeom xmlns:a="http://schemas.openxmlformats.org/drawingml/2006/main" prst="roundRect">
            <a:avLst>
              <a:gd name="adj" fmla="val 50000"/>
            </a:avLst>
          </a:prstGeom>
          <a:solidFill xmlns:a="http://schemas.openxmlformats.org/drawingml/2006/main">
            <a:srgbClr val="176B4D"/>
          </a:solidFill>
          <a:ln xmlns:a="http://schemas.openxmlformats.org/drawingml/2006/main" w="0">
            <a:noFill/>
            <a:prstDash val="solid"/>
          </a:ln>
        </p:spPr>
      </p:sp>
    </p:spTree>
    <p:extLst>
      <p:ext uri="{BB962C8B-B14F-4D97-AF65-F5344CB8AC3E}">
        <p14:creationId xmlns:p14="http://schemas.microsoft.com/office/powerpoint/2010/main" val="823155878"/>
      </p:ext>
    </p:extLst>
  </p:cSld>
</p:sld>
</file>

<file path=ppt/slides/slide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C51A37F-FE20-4781-A794-92740BC4B9A4}"/>
              </a:ext>
            </a:extLst>
          </p:cNvPr>
          <p:cNvSpPr>
            <a:spLocks xmlns:a="http://schemas.openxmlformats.org/drawingml/2006/main" noGrp="1"/>
          </p:cNvSpPr>
          <p:nvPr/>
        </p:nvSpPr>
        <p:spPr>
          <a:xfrm xmlns:a="http://schemas.openxmlformats.org/drawingml/2006/main">
            <a:off x="685800" y="4762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6B4D"/>
                </a:solidFill>
              </a:defRPr>
            </a:pPr>
            <a:r>
              <a:rPr sz="1200" b="1">
                <a:solidFill>
                  <a:srgbClr val="176B4D"/>
                </a:solidFill>
              </a:rPr>
              <a:t>LA PIPELINE</a:t>
            </a:r>
          </a:p>
        </p:txBody>
      </p:sp>
      <p:sp>
        <p:nvSpPr>
          <p:cNvPr id="2" name="">
            <a:extLst xmlns:a="http://schemas.openxmlformats.org/drawingml/2006/main">
              <a:ext uri="{FF2B5EF4-FFF2-40B4-BE49-F238E27FC236}">
                <a16:creationId xmlns:a16="http://schemas.microsoft.com/office/drawing/2014/main" id="{D6401AD3-FCFF-4BE8-96F3-3C90DBA06036}"/>
              </a:ext>
            </a:extLst>
          </p:cNvPr>
          <p:cNvSpPr>
            <a:spLocks xmlns:a="http://schemas.openxmlformats.org/drawingml/2006/main" noGrp="1"/>
          </p:cNvSpPr>
          <p:nvPr/>
        </p:nvSpPr>
        <p:spPr>
          <a:xfrm xmlns:a="http://schemas.openxmlformats.org/drawingml/2006/main">
            <a:off x="685800" y="8382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32019"/>
                </a:solidFill>
              </a:defRPr>
            </a:pPr>
            <a:r>
              <a:rPr sz="3600" b="1">
                <a:solidFill>
                  <a:srgbClr val="132019"/>
                </a:solidFill>
              </a:rPr>
              <a:t>Gemma orchestre. Le code décide.</a:t>
            </a:r>
          </a:p>
        </p:txBody>
      </p:sp>
      <p:sp>
        <p:nvSpPr>
          <p:cNvPr id="3" name="">
            <a:extLst xmlns:a="http://schemas.openxmlformats.org/drawingml/2006/main">
              <a:ext uri="{FF2B5EF4-FFF2-40B4-BE49-F238E27FC236}">
                <a16:creationId xmlns:a16="http://schemas.microsoft.com/office/drawing/2014/main" id="{49822F63-306E-4B33-8A87-0C24FF86AE42}"/>
              </a:ext>
            </a:extLst>
          </p:cNvPr>
          <p:cNvSpPr>
            <a:spLocks xmlns:a="http://schemas.openxmlformats.org/drawingml/2006/main" noGrp="1"/>
          </p:cNvSpPr>
          <p:nvPr/>
        </p:nvSpPr>
        <p:spPr>
          <a:xfrm xmlns:a="http://schemas.openxmlformats.org/drawingml/2006/main">
            <a:off x="685800" y="64293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07067"/>
                </a:solidFill>
              </a:defRPr>
            </a:pPr>
            <a:r>
              <a:rPr sz="1050" b="1">
                <a:solidFill>
                  <a:srgbClr val="607067"/>
                </a:solidFill>
              </a:rPr>
              <a:t>DROIT DE RETARD · GEMMA 4</a:t>
            </a:r>
          </a:p>
        </p:txBody>
      </p:sp>
      <p:sp>
        <p:nvSpPr>
          <p:cNvPr id="4" name="">
            <a:extLst xmlns:a="http://schemas.openxmlformats.org/drawingml/2006/main">
              <a:ext uri="{FF2B5EF4-FFF2-40B4-BE49-F238E27FC236}">
                <a16:creationId xmlns:a16="http://schemas.microsoft.com/office/drawing/2014/main" id="{1281E720-4AD6-4240-A263-C17EED025B4C}"/>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07067"/>
                </a:solidFill>
              </a:defRPr>
            </a:pPr>
            <a:r>
              <a:rPr sz="1050" b="1">
                <a:solidFill>
                  <a:srgbClr val="607067"/>
                </a:solidFill>
              </a:rPr>
              <a:t>03</a:t>
            </a:r>
          </a:p>
        </p:txBody>
      </p:sp>
      <p:sp>
        <p:nvSpPr>
          <p:cNvPr id="5" name="">
            <a:extLst xmlns:a="http://schemas.openxmlformats.org/drawingml/2006/main">
              <a:ext uri="{FF2B5EF4-FFF2-40B4-BE49-F238E27FC236}">
                <a16:creationId xmlns:a16="http://schemas.microsoft.com/office/drawing/2014/main" id="{AD3CD4FC-A747-463F-9BFA-8BEB9F32FFE0}"/>
              </a:ext>
            </a:extLst>
          </p:cNvPr>
          <p:cNvSpPr>
            <a:spLocks xmlns:a="http://schemas.openxmlformats.org/drawingml/2006/main" noGrp="1"/>
          </p:cNvSpPr>
          <p:nvPr/>
        </p:nvSpPr>
        <p:spPr>
          <a:xfrm xmlns:a="http://schemas.openxmlformats.org/drawingml/2006/main">
            <a:off x="2438400" y="2971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850" b="1">
                <a:solidFill>
                  <a:srgbClr val="176B4D"/>
                </a:solidFill>
              </a:defRPr>
            </a:pPr>
            <a:r>
              <a:rPr sz="2850" b="1">
                <a:solidFill>
                  <a:srgbClr val="176B4D"/>
                </a:solidFill>
              </a:rPr>
              <a:t>→</a:t>
            </a:r>
          </a:p>
        </p:txBody>
      </p:sp>
      <p:sp>
        <p:nvSpPr>
          <p:cNvPr id="6" name="">
            <a:extLst xmlns:a="http://schemas.openxmlformats.org/drawingml/2006/main">
              <a:ext uri="{FF2B5EF4-FFF2-40B4-BE49-F238E27FC236}">
                <a16:creationId xmlns:a16="http://schemas.microsoft.com/office/drawing/2014/main" id="{70FD10D8-456F-48EE-8C73-751564163E19}"/>
              </a:ext>
            </a:extLst>
          </p:cNvPr>
          <p:cNvSpPr>
            <a:spLocks xmlns:a="http://schemas.openxmlformats.org/drawingml/2006/main" noGrp="1"/>
          </p:cNvSpPr>
          <p:nvPr/>
        </p:nvSpPr>
        <p:spPr>
          <a:xfrm xmlns:a="http://schemas.openxmlformats.org/drawingml/2006/main">
            <a:off x="4667250" y="2971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850" b="1">
                <a:solidFill>
                  <a:srgbClr val="176B4D"/>
                </a:solidFill>
              </a:defRPr>
            </a:pPr>
            <a:r>
              <a:rPr sz="2850" b="1">
                <a:solidFill>
                  <a:srgbClr val="176B4D"/>
                </a:solidFill>
              </a:rPr>
              <a:t>→</a:t>
            </a:r>
          </a:p>
        </p:txBody>
      </p:sp>
      <p:sp>
        <p:nvSpPr>
          <p:cNvPr id="7" name="">
            <a:extLst xmlns:a="http://schemas.openxmlformats.org/drawingml/2006/main">
              <a:ext uri="{FF2B5EF4-FFF2-40B4-BE49-F238E27FC236}">
                <a16:creationId xmlns:a16="http://schemas.microsoft.com/office/drawing/2014/main" id="{407EF75F-CBB6-4785-8975-56085C5C1976}"/>
              </a:ext>
            </a:extLst>
          </p:cNvPr>
          <p:cNvSpPr>
            <a:spLocks xmlns:a="http://schemas.openxmlformats.org/drawingml/2006/main" noGrp="1"/>
          </p:cNvSpPr>
          <p:nvPr/>
        </p:nvSpPr>
        <p:spPr>
          <a:xfrm xmlns:a="http://schemas.openxmlformats.org/drawingml/2006/main">
            <a:off x="6896100" y="2971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850" b="1">
                <a:solidFill>
                  <a:srgbClr val="176B4D"/>
                </a:solidFill>
              </a:defRPr>
            </a:pPr>
            <a:r>
              <a:rPr sz="2850" b="1">
                <a:solidFill>
                  <a:srgbClr val="176B4D"/>
                </a:solidFill>
              </a:rPr>
              <a:t>→</a:t>
            </a:r>
          </a:p>
        </p:txBody>
      </p:sp>
      <p:sp>
        <p:nvSpPr>
          <p:cNvPr id="8" name="">
            <a:extLst xmlns:a="http://schemas.openxmlformats.org/drawingml/2006/main">
              <a:ext uri="{FF2B5EF4-FFF2-40B4-BE49-F238E27FC236}">
                <a16:creationId xmlns:a16="http://schemas.microsoft.com/office/drawing/2014/main" id="{F5B88B1B-FB86-4763-B196-C55C9F0348D7}"/>
              </a:ext>
            </a:extLst>
          </p:cNvPr>
          <p:cNvSpPr>
            <a:spLocks xmlns:a="http://schemas.openxmlformats.org/drawingml/2006/main" noGrp="1"/>
          </p:cNvSpPr>
          <p:nvPr/>
        </p:nvSpPr>
        <p:spPr>
          <a:xfrm xmlns:a="http://schemas.openxmlformats.org/drawingml/2006/main">
            <a:off x="9124950" y="2971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850" b="1">
                <a:solidFill>
                  <a:srgbClr val="176B4D"/>
                </a:solidFill>
              </a:defRPr>
            </a:pPr>
            <a:r>
              <a:rPr sz="2850" b="1">
                <a:solidFill>
                  <a:srgbClr val="176B4D"/>
                </a:solidFill>
              </a:rPr>
              <a:t>→</a:t>
            </a:r>
          </a:p>
        </p:txBody>
      </p:sp>
      <p:sp>
        <p:nvSpPr>
          <p:cNvPr id="9" name="pipeline-1">
            <a:extLst xmlns:a="http://schemas.openxmlformats.org/drawingml/2006/main">
              <a:ext uri="{FF2B5EF4-FFF2-40B4-BE49-F238E27FC236}">
                <a16:creationId xmlns:a16="http://schemas.microsoft.com/office/drawing/2014/main" id="{1E3E19FE-96B4-410E-90BD-C138C272520E}"/>
              </a:ext>
            </a:extLst>
          </p:cNvPr>
          <p:cNvSpPr>
            <a:spLocks xmlns:a="http://schemas.openxmlformats.org/drawingml/2006/main" noGrp="1"/>
          </p:cNvSpPr>
          <p:nvPr/>
        </p:nvSpPr>
        <p:spPr>
          <a:xfrm xmlns:a="http://schemas.openxmlformats.org/drawingml/2006/main">
            <a:off x="685800" y="2343150"/>
            <a:ext cx="1714500" cy="171450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C8D2CC"/>
            </a:solidFill>
            <a:prstDash val="solid"/>
          </a:ln>
        </p:spPr>
      </p:sp>
      <p:sp>
        <p:nvSpPr>
          <p:cNvPr id="10" name="">
            <a:extLst xmlns:a="http://schemas.openxmlformats.org/drawingml/2006/main">
              <a:ext uri="{FF2B5EF4-FFF2-40B4-BE49-F238E27FC236}">
                <a16:creationId xmlns:a16="http://schemas.microsoft.com/office/drawing/2014/main" id="{21BAA72C-5145-4BB4-B7F5-78F27D25CDCD}"/>
              </a:ext>
            </a:extLst>
          </p:cNvPr>
          <p:cNvSpPr>
            <a:spLocks xmlns:a="http://schemas.openxmlformats.org/drawingml/2006/main" noGrp="1"/>
          </p:cNvSpPr>
          <p:nvPr/>
        </p:nvSpPr>
        <p:spPr>
          <a:xfrm xmlns:a="http://schemas.openxmlformats.org/drawingml/2006/main">
            <a:off x="857250" y="24955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6B4D"/>
                </a:solidFill>
              </a:defRPr>
            </a:pPr>
            <a:r>
              <a:rPr sz="1350" b="1">
                <a:solidFill>
                  <a:srgbClr val="176B4D"/>
                </a:solidFill>
              </a:rPr>
              <a:t>1</a:t>
            </a:r>
          </a:p>
        </p:txBody>
      </p:sp>
      <p:sp>
        <p:nvSpPr>
          <p:cNvPr id="11" name="">
            <a:extLst xmlns:a="http://schemas.openxmlformats.org/drawingml/2006/main">
              <a:ext uri="{FF2B5EF4-FFF2-40B4-BE49-F238E27FC236}">
                <a16:creationId xmlns:a16="http://schemas.microsoft.com/office/drawing/2014/main" id="{040B8F14-3FED-4F14-864D-A9842B6E3D94}"/>
              </a:ext>
            </a:extLst>
          </p:cNvPr>
          <p:cNvSpPr>
            <a:spLocks xmlns:a="http://schemas.openxmlformats.org/drawingml/2006/main" noGrp="1"/>
          </p:cNvSpPr>
          <p:nvPr/>
        </p:nvSpPr>
        <p:spPr>
          <a:xfrm xmlns:a="http://schemas.openxmlformats.org/drawingml/2006/main">
            <a:off x="857250" y="2876550"/>
            <a:ext cx="137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132019"/>
                </a:solidFill>
              </a:defRPr>
            </a:pPr>
            <a:r>
              <a:rPr sz="2175" b="1">
                <a:solidFill>
                  <a:srgbClr val="132019"/>
                </a:solidFill>
              </a:rPr>
              <a:t>Billet</a:t>
            </a:r>
          </a:p>
        </p:txBody>
      </p:sp>
      <p:sp>
        <p:nvSpPr>
          <p:cNvPr id="12" name="">
            <a:extLst xmlns:a="http://schemas.openxmlformats.org/drawingml/2006/main">
              <a:ext uri="{FF2B5EF4-FFF2-40B4-BE49-F238E27FC236}">
                <a16:creationId xmlns:a16="http://schemas.microsoft.com/office/drawing/2014/main" id="{38644A38-9426-481D-A06B-32A8572BEC48}"/>
              </a:ext>
            </a:extLst>
          </p:cNvPr>
          <p:cNvSpPr>
            <a:spLocks xmlns:a="http://schemas.openxmlformats.org/drawingml/2006/main" noGrp="1"/>
          </p:cNvSpPr>
          <p:nvPr/>
        </p:nvSpPr>
        <p:spPr>
          <a:xfrm xmlns:a="http://schemas.openxmlformats.org/drawingml/2006/main">
            <a:off x="857250" y="3371850"/>
            <a:ext cx="1371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07067"/>
                </a:solidFill>
              </a:defRPr>
            </a:pPr>
            <a:r>
              <a:rPr sz="1350" b="0">
                <a:solidFill>
                  <a:srgbClr val="607067"/>
                </a:solidFill>
              </a:rPr>
              <a:t>Vision locale</a:t>
            </a:r>
          </a:p>
        </p:txBody>
      </p:sp>
      <p:sp>
        <p:nvSpPr>
          <p:cNvPr id="13" name="pipeline-2">
            <a:extLst xmlns:a="http://schemas.openxmlformats.org/drawingml/2006/main">
              <a:ext uri="{FF2B5EF4-FFF2-40B4-BE49-F238E27FC236}">
                <a16:creationId xmlns:a16="http://schemas.microsoft.com/office/drawing/2014/main" id="{044C51C0-AF2C-4718-8046-181E86327EE5}"/>
              </a:ext>
            </a:extLst>
          </p:cNvPr>
          <p:cNvSpPr>
            <a:spLocks xmlns:a="http://schemas.openxmlformats.org/drawingml/2006/main" noGrp="1"/>
          </p:cNvSpPr>
          <p:nvPr/>
        </p:nvSpPr>
        <p:spPr>
          <a:xfrm xmlns:a="http://schemas.openxmlformats.org/drawingml/2006/main">
            <a:off x="2914650" y="2343150"/>
            <a:ext cx="1714500" cy="171450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C8D2CC"/>
            </a:solidFill>
            <a:prstDash val="solid"/>
          </a:ln>
        </p:spPr>
      </p:sp>
      <p:sp>
        <p:nvSpPr>
          <p:cNvPr id="14" name="">
            <a:extLst xmlns:a="http://schemas.openxmlformats.org/drawingml/2006/main">
              <a:ext uri="{FF2B5EF4-FFF2-40B4-BE49-F238E27FC236}">
                <a16:creationId xmlns:a16="http://schemas.microsoft.com/office/drawing/2014/main" id="{280F1B1E-6BC0-4083-ACA7-CFDFCFB9F448}"/>
              </a:ext>
            </a:extLst>
          </p:cNvPr>
          <p:cNvSpPr>
            <a:spLocks xmlns:a="http://schemas.openxmlformats.org/drawingml/2006/main" noGrp="1"/>
          </p:cNvSpPr>
          <p:nvPr/>
        </p:nvSpPr>
        <p:spPr>
          <a:xfrm xmlns:a="http://schemas.openxmlformats.org/drawingml/2006/main">
            <a:off x="3086100" y="24955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6B4D"/>
                </a:solidFill>
              </a:defRPr>
            </a:pPr>
            <a:r>
              <a:rPr sz="1350" b="1">
                <a:solidFill>
                  <a:srgbClr val="176B4D"/>
                </a:solidFill>
              </a:rPr>
              <a:t>2</a:t>
            </a:r>
          </a:p>
        </p:txBody>
      </p:sp>
      <p:sp>
        <p:nvSpPr>
          <p:cNvPr id="15" name="">
            <a:extLst xmlns:a="http://schemas.openxmlformats.org/drawingml/2006/main">
              <a:ext uri="{FF2B5EF4-FFF2-40B4-BE49-F238E27FC236}">
                <a16:creationId xmlns:a16="http://schemas.microsoft.com/office/drawing/2014/main" id="{05371D39-54FB-47B8-B6B5-16A693FB735C}"/>
              </a:ext>
            </a:extLst>
          </p:cNvPr>
          <p:cNvSpPr>
            <a:spLocks xmlns:a="http://schemas.openxmlformats.org/drawingml/2006/main" noGrp="1"/>
          </p:cNvSpPr>
          <p:nvPr/>
        </p:nvSpPr>
        <p:spPr>
          <a:xfrm xmlns:a="http://schemas.openxmlformats.org/drawingml/2006/main">
            <a:off x="3086100" y="2876550"/>
            <a:ext cx="137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132019"/>
                </a:solidFill>
              </a:defRPr>
            </a:pPr>
            <a:r>
              <a:rPr sz="2175" b="1">
                <a:solidFill>
                  <a:srgbClr val="132019"/>
                </a:solidFill>
              </a:rPr>
              <a:t>Faits</a:t>
            </a:r>
          </a:p>
        </p:txBody>
      </p:sp>
      <p:sp>
        <p:nvSpPr>
          <p:cNvPr id="16" name="">
            <a:extLst xmlns:a="http://schemas.openxmlformats.org/drawingml/2006/main">
              <a:ext uri="{FF2B5EF4-FFF2-40B4-BE49-F238E27FC236}">
                <a16:creationId xmlns:a16="http://schemas.microsoft.com/office/drawing/2014/main" id="{96367EC4-835F-49E5-8A10-E08C8D8BABFD}"/>
              </a:ext>
            </a:extLst>
          </p:cNvPr>
          <p:cNvSpPr>
            <a:spLocks xmlns:a="http://schemas.openxmlformats.org/drawingml/2006/main" noGrp="1"/>
          </p:cNvSpPr>
          <p:nvPr/>
        </p:nvSpPr>
        <p:spPr>
          <a:xfrm xmlns:a="http://schemas.openxmlformats.org/drawingml/2006/main">
            <a:off x="3086100" y="3371850"/>
            <a:ext cx="1371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07067"/>
                </a:solidFill>
              </a:defRPr>
            </a:pPr>
            <a:r>
              <a:rPr sz="1350" b="0">
                <a:solidFill>
                  <a:srgbClr val="607067"/>
                </a:solidFill>
              </a:rPr>
              <a:t>JSON strict</a:t>
            </a:r>
          </a:p>
        </p:txBody>
      </p:sp>
      <p:sp>
        <p:nvSpPr>
          <p:cNvPr id="17" name="pipeline-3">
            <a:extLst xmlns:a="http://schemas.openxmlformats.org/drawingml/2006/main">
              <a:ext uri="{FF2B5EF4-FFF2-40B4-BE49-F238E27FC236}">
                <a16:creationId xmlns:a16="http://schemas.microsoft.com/office/drawing/2014/main" id="{42EEED32-7B28-4DDF-B558-26E09561F50C}"/>
              </a:ext>
            </a:extLst>
          </p:cNvPr>
          <p:cNvSpPr>
            <a:spLocks xmlns:a="http://schemas.openxmlformats.org/drawingml/2006/main" noGrp="1"/>
          </p:cNvSpPr>
          <p:nvPr/>
        </p:nvSpPr>
        <p:spPr>
          <a:xfrm xmlns:a="http://schemas.openxmlformats.org/drawingml/2006/main">
            <a:off x="5143500" y="2343150"/>
            <a:ext cx="1714500" cy="1714500"/>
          </a:xfrm>
          <a:prstGeom xmlns:a="http://schemas.openxmlformats.org/drawingml/2006/main" prst="roundRect">
            <a:avLst>
              <a:gd name="adj" fmla="val 8889"/>
            </a:avLst>
          </a:prstGeom>
          <a:solidFill xmlns:a="http://schemas.openxmlformats.org/drawingml/2006/main">
            <a:srgbClr val="176B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F2EACE4-B3BA-487C-8FAC-9C28A88F2B5A}"/>
              </a:ext>
            </a:extLst>
          </p:cNvPr>
          <p:cNvSpPr>
            <a:spLocks xmlns:a="http://schemas.openxmlformats.org/drawingml/2006/main" noGrp="1"/>
          </p:cNvSpPr>
          <p:nvPr/>
        </p:nvSpPr>
        <p:spPr>
          <a:xfrm xmlns:a="http://schemas.openxmlformats.org/drawingml/2006/main">
            <a:off x="5314950" y="24955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FF1E8"/>
                </a:solidFill>
              </a:defRPr>
            </a:pPr>
            <a:r>
              <a:rPr sz="1350" b="1">
                <a:solidFill>
                  <a:srgbClr val="DFF1E8"/>
                </a:solidFill>
              </a:rPr>
              <a:t>3</a:t>
            </a:r>
          </a:p>
        </p:txBody>
      </p:sp>
      <p:sp>
        <p:nvSpPr>
          <p:cNvPr id="19" name="">
            <a:extLst xmlns:a="http://schemas.openxmlformats.org/drawingml/2006/main">
              <a:ext uri="{FF2B5EF4-FFF2-40B4-BE49-F238E27FC236}">
                <a16:creationId xmlns:a16="http://schemas.microsoft.com/office/drawing/2014/main" id="{3F3DB136-F190-4512-BFE5-C289D64E5230}"/>
              </a:ext>
            </a:extLst>
          </p:cNvPr>
          <p:cNvSpPr>
            <a:spLocks xmlns:a="http://schemas.openxmlformats.org/drawingml/2006/main" noGrp="1"/>
          </p:cNvSpPr>
          <p:nvPr/>
        </p:nvSpPr>
        <p:spPr>
          <a:xfrm xmlns:a="http://schemas.openxmlformats.org/drawingml/2006/main">
            <a:off x="5314950" y="2876550"/>
            <a:ext cx="137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FFFFFF"/>
                </a:solidFill>
              </a:defRPr>
            </a:pPr>
            <a:r>
              <a:rPr sz="2175" b="1">
                <a:solidFill>
                  <a:srgbClr val="FFFFFF"/>
                </a:solidFill>
              </a:rPr>
              <a:t>Outils</a:t>
            </a:r>
          </a:p>
        </p:txBody>
      </p:sp>
      <p:sp>
        <p:nvSpPr>
          <p:cNvPr id="20" name="">
            <a:extLst xmlns:a="http://schemas.openxmlformats.org/drawingml/2006/main">
              <a:ext uri="{FF2B5EF4-FFF2-40B4-BE49-F238E27FC236}">
                <a16:creationId xmlns:a16="http://schemas.microsoft.com/office/drawing/2014/main" id="{EFB0ABD4-584C-4855-AEA4-13EABF968472}"/>
              </a:ext>
            </a:extLst>
          </p:cNvPr>
          <p:cNvSpPr>
            <a:spLocks xmlns:a="http://schemas.openxmlformats.org/drawingml/2006/main" noGrp="1"/>
          </p:cNvSpPr>
          <p:nvPr/>
        </p:nvSpPr>
        <p:spPr>
          <a:xfrm xmlns:a="http://schemas.openxmlformats.org/drawingml/2006/main">
            <a:off x="5314950" y="3371850"/>
            <a:ext cx="1371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FF1E8"/>
                </a:solidFill>
              </a:defRPr>
            </a:pPr>
            <a:r>
              <a:rPr sz="1350" b="0">
                <a:solidFill>
                  <a:srgbClr val="DFF1E8"/>
                </a:solidFill>
              </a:rPr>
              <a:t>tool_calls natifs</a:t>
            </a:r>
          </a:p>
        </p:txBody>
      </p:sp>
      <p:sp>
        <p:nvSpPr>
          <p:cNvPr id="21" name="pipeline-4">
            <a:extLst xmlns:a="http://schemas.openxmlformats.org/drawingml/2006/main">
              <a:ext uri="{FF2B5EF4-FFF2-40B4-BE49-F238E27FC236}">
                <a16:creationId xmlns:a16="http://schemas.microsoft.com/office/drawing/2014/main" id="{9D3B0797-DC3C-4674-BB0E-9814D88F1BA6}"/>
              </a:ext>
            </a:extLst>
          </p:cNvPr>
          <p:cNvSpPr>
            <a:spLocks xmlns:a="http://schemas.openxmlformats.org/drawingml/2006/main" noGrp="1"/>
          </p:cNvSpPr>
          <p:nvPr/>
        </p:nvSpPr>
        <p:spPr>
          <a:xfrm xmlns:a="http://schemas.openxmlformats.org/drawingml/2006/main">
            <a:off x="7372350" y="2343150"/>
            <a:ext cx="1714500" cy="171450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C8D2CC"/>
            </a:solidFill>
            <a:prstDash val="solid"/>
          </a:ln>
        </p:spPr>
      </p:sp>
      <p:sp>
        <p:nvSpPr>
          <p:cNvPr id="22" name="">
            <a:extLst xmlns:a="http://schemas.openxmlformats.org/drawingml/2006/main">
              <a:ext uri="{FF2B5EF4-FFF2-40B4-BE49-F238E27FC236}">
                <a16:creationId xmlns:a16="http://schemas.microsoft.com/office/drawing/2014/main" id="{01FC7B86-109C-432F-9B0E-9F001E9F3F52}"/>
              </a:ext>
            </a:extLst>
          </p:cNvPr>
          <p:cNvSpPr>
            <a:spLocks xmlns:a="http://schemas.openxmlformats.org/drawingml/2006/main" noGrp="1"/>
          </p:cNvSpPr>
          <p:nvPr/>
        </p:nvSpPr>
        <p:spPr>
          <a:xfrm xmlns:a="http://schemas.openxmlformats.org/drawingml/2006/main">
            <a:off x="7543800" y="24955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6B4D"/>
                </a:solidFill>
              </a:defRPr>
            </a:pPr>
            <a:r>
              <a:rPr sz="1350" b="1">
                <a:solidFill>
                  <a:srgbClr val="176B4D"/>
                </a:solidFill>
              </a:rPr>
              <a:t>4</a:t>
            </a:r>
          </a:p>
        </p:txBody>
      </p:sp>
      <p:sp>
        <p:nvSpPr>
          <p:cNvPr id="23" name="">
            <a:extLst xmlns:a="http://schemas.openxmlformats.org/drawingml/2006/main">
              <a:ext uri="{FF2B5EF4-FFF2-40B4-BE49-F238E27FC236}">
                <a16:creationId xmlns:a16="http://schemas.microsoft.com/office/drawing/2014/main" id="{EA161A5F-6227-48B9-955D-681FA15FC1FB}"/>
              </a:ext>
            </a:extLst>
          </p:cNvPr>
          <p:cNvSpPr>
            <a:spLocks xmlns:a="http://schemas.openxmlformats.org/drawingml/2006/main" noGrp="1"/>
          </p:cNvSpPr>
          <p:nvPr/>
        </p:nvSpPr>
        <p:spPr>
          <a:xfrm xmlns:a="http://schemas.openxmlformats.org/drawingml/2006/main">
            <a:off x="7543800" y="2876550"/>
            <a:ext cx="137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132019"/>
                </a:solidFill>
              </a:defRPr>
            </a:pPr>
            <a:r>
              <a:rPr sz="2175" b="1">
                <a:solidFill>
                  <a:srgbClr val="132019"/>
                </a:solidFill>
              </a:rPr>
              <a:t>Règle</a:t>
            </a:r>
          </a:p>
        </p:txBody>
      </p:sp>
      <p:sp>
        <p:nvSpPr>
          <p:cNvPr id="24" name="">
            <a:extLst xmlns:a="http://schemas.openxmlformats.org/drawingml/2006/main">
              <a:ext uri="{FF2B5EF4-FFF2-40B4-BE49-F238E27FC236}">
                <a16:creationId xmlns:a16="http://schemas.microsoft.com/office/drawing/2014/main" id="{0D29237D-AC58-4EAD-BA8F-68013BCC11A5}"/>
              </a:ext>
            </a:extLst>
          </p:cNvPr>
          <p:cNvSpPr>
            <a:spLocks xmlns:a="http://schemas.openxmlformats.org/drawingml/2006/main" noGrp="1"/>
          </p:cNvSpPr>
          <p:nvPr/>
        </p:nvSpPr>
        <p:spPr>
          <a:xfrm xmlns:a="http://schemas.openxmlformats.org/drawingml/2006/main">
            <a:off x="7543800" y="3371850"/>
            <a:ext cx="1371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07067"/>
                </a:solidFill>
              </a:defRPr>
            </a:pPr>
            <a:r>
              <a:rPr sz="1350" b="0">
                <a:solidFill>
                  <a:srgbClr val="607067"/>
                </a:solidFill>
              </a:rPr>
              <a:t>Calcul EU261</a:t>
            </a:r>
          </a:p>
        </p:txBody>
      </p:sp>
      <p:sp>
        <p:nvSpPr>
          <p:cNvPr id="25" name="pipeline-5">
            <a:extLst xmlns:a="http://schemas.openxmlformats.org/drawingml/2006/main">
              <a:ext uri="{FF2B5EF4-FFF2-40B4-BE49-F238E27FC236}">
                <a16:creationId xmlns:a16="http://schemas.microsoft.com/office/drawing/2014/main" id="{8B95A82F-6568-49E4-80C8-1DC40C017711}"/>
              </a:ext>
            </a:extLst>
          </p:cNvPr>
          <p:cNvSpPr>
            <a:spLocks xmlns:a="http://schemas.openxmlformats.org/drawingml/2006/main" noGrp="1"/>
          </p:cNvSpPr>
          <p:nvPr/>
        </p:nvSpPr>
        <p:spPr>
          <a:xfrm xmlns:a="http://schemas.openxmlformats.org/drawingml/2006/main">
            <a:off x="9601200" y="2343150"/>
            <a:ext cx="1714500" cy="171450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C8D2CC"/>
            </a:solidFill>
            <a:prstDash val="solid"/>
          </a:ln>
        </p:spPr>
      </p:sp>
      <p:sp>
        <p:nvSpPr>
          <p:cNvPr id="26" name="">
            <a:extLst xmlns:a="http://schemas.openxmlformats.org/drawingml/2006/main">
              <a:ext uri="{FF2B5EF4-FFF2-40B4-BE49-F238E27FC236}">
                <a16:creationId xmlns:a16="http://schemas.microsoft.com/office/drawing/2014/main" id="{CDE89207-7580-4E9B-B50F-58D4AA40EC05}"/>
              </a:ext>
            </a:extLst>
          </p:cNvPr>
          <p:cNvSpPr>
            <a:spLocks xmlns:a="http://schemas.openxmlformats.org/drawingml/2006/main" noGrp="1"/>
          </p:cNvSpPr>
          <p:nvPr/>
        </p:nvSpPr>
        <p:spPr>
          <a:xfrm xmlns:a="http://schemas.openxmlformats.org/drawingml/2006/main">
            <a:off x="9772650" y="24955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6B4D"/>
                </a:solidFill>
              </a:defRPr>
            </a:pPr>
            <a:r>
              <a:rPr sz="1350" b="1">
                <a:solidFill>
                  <a:srgbClr val="176B4D"/>
                </a:solidFill>
              </a:rPr>
              <a:t>5</a:t>
            </a:r>
          </a:p>
        </p:txBody>
      </p:sp>
      <p:sp>
        <p:nvSpPr>
          <p:cNvPr id="27" name="">
            <a:extLst xmlns:a="http://schemas.openxmlformats.org/drawingml/2006/main">
              <a:ext uri="{FF2B5EF4-FFF2-40B4-BE49-F238E27FC236}">
                <a16:creationId xmlns:a16="http://schemas.microsoft.com/office/drawing/2014/main" id="{82A80834-2817-4486-8251-B8370F4470FB}"/>
              </a:ext>
            </a:extLst>
          </p:cNvPr>
          <p:cNvSpPr>
            <a:spLocks xmlns:a="http://schemas.openxmlformats.org/drawingml/2006/main" noGrp="1"/>
          </p:cNvSpPr>
          <p:nvPr/>
        </p:nvSpPr>
        <p:spPr>
          <a:xfrm xmlns:a="http://schemas.openxmlformats.org/drawingml/2006/main">
            <a:off x="9772650" y="2876550"/>
            <a:ext cx="137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132019"/>
                </a:solidFill>
              </a:defRPr>
            </a:pPr>
            <a:r>
              <a:rPr sz="2175" b="1">
                <a:solidFill>
                  <a:srgbClr val="132019"/>
                </a:solidFill>
              </a:rPr>
              <a:t>Lettre</a:t>
            </a:r>
          </a:p>
        </p:txBody>
      </p:sp>
      <p:sp>
        <p:nvSpPr>
          <p:cNvPr id="28" name="">
            <a:extLst xmlns:a="http://schemas.openxmlformats.org/drawingml/2006/main">
              <a:ext uri="{FF2B5EF4-FFF2-40B4-BE49-F238E27FC236}">
                <a16:creationId xmlns:a16="http://schemas.microsoft.com/office/drawing/2014/main" id="{3869E68C-3B9A-4653-B828-6566C958BB7B}"/>
              </a:ext>
            </a:extLst>
          </p:cNvPr>
          <p:cNvSpPr>
            <a:spLocks xmlns:a="http://schemas.openxmlformats.org/drawingml/2006/main" noGrp="1"/>
          </p:cNvSpPr>
          <p:nvPr/>
        </p:nvSpPr>
        <p:spPr>
          <a:xfrm xmlns:a="http://schemas.openxmlformats.org/drawingml/2006/main">
            <a:off x="9772650" y="3371850"/>
            <a:ext cx="1371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07067"/>
                </a:solidFill>
              </a:defRPr>
            </a:pPr>
            <a:r>
              <a:rPr sz="1350" b="0">
                <a:solidFill>
                  <a:srgbClr val="607067"/>
                </a:solidFill>
              </a:rPr>
              <a:t>Sous contrôle</a:t>
            </a:r>
          </a:p>
        </p:txBody>
      </p:sp>
      <p:sp>
        <p:nvSpPr>
          <p:cNvPr id="29" name="">
            <a:extLst xmlns:a="http://schemas.openxmlformats.org/drawingml/2006/main">
              <a:ext uri="{FF2B5EF4-FFF2-40B4-BE49-F238E27FC236}">
                <a16:creationId xmlns:a16="http://schemas.microsoft.com/office/drawing/2014/main" id="{596807A7-4299-4D81-A040-0F1DA412C9AF}"/>
              </a:ext>
            </a:extLst>
          </p:cNvPr>
          <p:cNvSpPr>
            <a:spLocks xmlns:a="http://schemas.openxmlformats.org/drawingml/2006/main" noGrp="1"/>
          </p:cNvSpPr>
          <p:nvPr/>
        </p:nvSpPr>
        <p:spPr>
          <a:xfrm xmlns:a="http://schemas.openxmlformats.org/drawingml/2006/main">
            <a:off x="1524000" y="4857750"/>
            <a:ext cx="914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0">
                <a:solidFill>
                  <a:srgbClr val="132019"/>
                </a:solidFill>
              </a:defRPr>
            </a:pPr>
            <a:r>
              <a:rPr sz="1950" b="0">
                <a:solidFill>
                  <a:srgbClr val="132019"/>
                </a:solidFill>
              </a:rPr>
              <a:t>Le modèle choisit les outils ; une liste blanche valide chaque appel ; les montants restent déterministes.</a:t>
            </a:r>
          </a:p>
        </p:txBody>
      </p:sp>
    </p:spTree>
    <p:extLst>
      <p:ext uri="{BB962C8B-B14F-4D97-AF65-F5344CB8AC3E}">
        <p14:creationId xmlns:p14="http://schemas.microsoft.com/office/powerpoint/2010/main" val="349145158"/>
      </p:ext>
    </p:extLst>
  </p:cSld>
</p:sld>
</file>

<file path=ppt/slides/slide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1212329-0E95-43F1-ACE8-9F46D67AA478}"/>
              </a:ext>
            </a:extLst>
          </p:cNvPr>
          <p:cNvSpPr>
            <a:spLocks xmlns:a="http://schemas.openxmlformats.org/drawingml/2006/main" noGrp="1"/>
          </p:cNvSpPr>
          <p:nvPr/>
        </p:nvSpPr>
        <p:spPr>
          <a:xfrm xmlns:a="http://schemas.openxmlformats.org/drawingml/2006/main">
            <a:off x="685800" y="4762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6B4D"/>
                </a:solidFill>
              </a:defRPr>
            </a:pPr>
            <a:r>
              <a:rPr sz="1200" b="1">
                <a:solidFill>
                  <a:srgbClr val="176B4D"/>
                </a:solidFill>
              </a:rPr>
              <a:t>LA PREUVE</a:t>
            </a:r>
          </a:p>
        </p:txBody>
      </p:sp>
      <p:sp>
        <p:nvSpPr>
          <p:cNvPr id="2" name="">
            <a:extLst xmlns:a="http://schemas.openxmlformats.org/drawingml/2006/main">
              <a:ext uri="{FF2B5EF4-FFF2-40B4-BE49-F238E27FC236}">
                <a16:creationId xmlns:a16="http://schemas.microsoft.com/office/drawing/2014/main" id="{0F2F98AD-C90A-4401-B40C-6DC097D122C0}"/>
              </a:ext>
            </a:extLst>
          </p:cNvPr>
          <p:cNvSpPr>
            <a:spLocks xmlns:a="http://schemas.openxmlformats.org/drawingml/2006/main" noGrp="1"/>
          </p:cNvSpPr>
          <p:nvPr/>
        </p:nvSpPr>
        <p:spPr>
          <a:xfrm xmlns:a="http://schemas.openxmlformats.org/drawingml/2006/main">
            <a:off x="685800" y="8382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32019"/>
                </a:solidFill>
              </a:defRPr>
            </a:pPr>
            <a:r>
              <a:rPr sz="3600" b="1">
                <a:solidFill>
                  <a:srgbClr val="132019"/>
                </a:solidFill>
              </a:rPr>
              <a:t>Le function calling est visible et mesuré.</a:t>
            </a:r>
          </a:p>
        </p:txBody>
      </p:sp>
      <p:sp>
        <p:nvSpPr>
          <p:cNvPr id="3" name="">
            <a:extLst xmlns:a="http://schemas.openxmlformats.org/drawingml/2006/main">
              <a:ext uri="{FF2B5EF4-FFF2-40B4-BE49-F238E27FC236}">
                <a16:creationId xmlns:a16="http://schemas.microsoft.com/office/drawing/2014/main" id="{A88F2D2A-D5F9-4114-ADED-ABDAAAD7226E}"/>
              </a:ext>
            </a:extLst>
          </p:cNvPr>
          <p:cNvSpPr>
            <a:spLocks xmlns:a="http://schemas.openxmlformats.org/drawingml/2006/main" noGrp="1"/>
          </p:cNvSpPr>
          <p:nvPr/>
        </p:nvSpPr>
        <p:spPr>
          <a:xfrm xmlns:a="http://schemas.openxmlformats.org/drawingml/2006/main">
            <a:off x="685800" y="64293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07067"/>
                </a:solidFill>
              </a:defRPr>
            </a:pPr>
            <a:r>
              <a:rPr sz="1050" b="1">
                <a:solidFill>
                  <a:srgbClr val="607067"/>
                </a:solidFill>
              </a:rPr>
              <a:t>DROIT DE RETARD · GEMMA 4</a:t>
            </a:r>
          </a:p>
        </p:txBody>
      </p:sp>
      <p:sp>
        <p:nvSpPr>
          <p:cNvPr id="4" name="">
            <a:extLst xmlns:a="http://schemas.openxmlformats.org/drawingml/2006/main">
              <a:ext uri="{FF2B5EF4-FFF2-40B4-BE49-F238E27FC236}">
                <a16:creationId xmlns:a16="http://schemas.microsoft.com/office/drawing/2014/main" id="{66345117-0A1F-4DCE-B833-1904020A20A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07067"/>
                </a:solidFill>
              </a:defRPr>
            </a:pPr>
            <a:r>
              <a:rPr sz="1050" b="1">
                <a:solidFill>
                  <a:srgbClr val="607067"/>
                </a:solidFill>
              </a:rPr>
              <a:t>04</a:t>
            </a:r>
          </a:p>
        </p:txBody>
      </p:sp>
      <p:sp>
        <p:nvSpPr>
          <p:cNvPr id="5" name="">
            <a:extLst xmlns:a="http://schemas.openxmlformats.org/drawingml/2006/main">
              <a:ext uri="{FF2B5EF4-FFF2-40B4-BE49-F238E27FC236}">
                <a16:creationId xmlns:a16="http://schemas.microsoft.com/office/drawing/2014/main" id="{843075AE-FD1C-40BB-8A7A-7D765435D912}"/>
              </a:ext>
            </a:extLst>
          </p:cNvPr>
          <p:cNvSpPr>
            <a:spLocks xmlns:a="http://schemas.openxmlformats.org/drawingml/2006/main" noGrp="1"/>
          </p:cNvSpPr>
          <p:nvPr/>
        </p:nvSpPr>
        <p:spPr>
          <a:xfrm xmlns:a="http://schemas.openxmlformats.org/drawingml/2006/main">
            <a:off x="685800" y="1866900"/>
            <a:ext cx="6400800" cy="3657600"/>
          </a:xfrm>
          <a:prstGeom xmlns:a="http://schemas.openxmlformats.org/drawingml/2006/main" prst="roundRect">
            <a:avLst>
              <a:gd name="adj" fmla="val 4167"/>
            </a:avLst>
          </a:prstGeom>
          <a:solidFill xmlns:a="http://schemas.openxmlformats.org/drawingml/2006/main">
            <a:srgbClr val="13201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C9326E9-3F81-45E1-ACC0-ED0886E0729B}"/>
              </a:ext>
            </a:extLst>
          </p:cNvPr>
          <p:cNvSpPr>
            <a:spLocks xmlns:a="http://schemas.openxmlformats.org/drawingml/2006/main" noGrp="1"/>
          </p:cNvSpPr>
          <p:nvPr/>
        </p:nvSpPr>
        <p:spPr>
          <a:xfrm xmlns:a="http://schemas.openxmlformats.org/drawingml/2006/main">
            <a:off x="1028700" y="2152650"/>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DFF1E8"/>
                </a:solidFill>
              </a:defRPr>
            </a:pPr>
            <a:r>
              <a:rPr sz="1275" b="1">
                <a:solidFill>
                  <a:srgbClr val="DFF1E8"/>
                </a:solidFill>
              </a:rPr>
              <a:t>SELECTION_OUTILS_GEMMA</a:t>
            </a:r>
          </a:p>
        </p:txBody>
      </p:sp>
      <p:sp>
        <p:nvSpPr>
          <p:cNvPr id="7" name="">
            <a:extLst xmlns:a="http://schemas.openxmlformats.org/drawingml/2006/main">
              <a:ext uri="{FF2B5EF4-FFF2-40B4-BE49-F238E27FC236}">
                <a16:creationId xmlns:a16="http://schemas.microsoft.com/office/drawing/2014/main" id="{2772D995-DC2B-4FAC-9463-E1BEDAD65DD7}"/>
              </a:ext>
            </a:extLst>
          </p:cNvPr>
          <p:cNvSpPr>
            <a:spLocks xmlns:a="http://schemas.openxmlformats.org/drawingml/2006/main" noGrp="1"/>
          </p:cNvSpPr>
          <p:nvPr/>
        </p:nvSpPr>
        <p:spPr>
          <a:xfrm xmlns:a="http://schemas.openxmlformats.org/drawingml/2006/main">
            <a:off x="1028700" y="2628900"/>
            <a:ext cx="5619750"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FFFFFF"/>
                </a:solidFill>
              </a:defRPr>
            </a:pPr>
            <a:r>
              <a:rPr sz="1725" b="0">
                <a:solidFill>
                  <a:srgbClr val="FFFFFF"/>
                </a:solidFill>
              </a:rPr>
              <a:t>Gemma → verify_air_passenger_rule</a:t>
            </a:r>
          </a:p>
          <a:p xmlns:a="http://schemas.openxmlformats.org/drawingml/2006/main">
            <a:pPr algn="l">
              <a:defRPr sz="1725" b="0">
                <a:solidFill>
                  <a:srgbClr val="FFFFFF"/>
                </a:solidFill>
              </a:defRPr>
            </a:pPr>
            <a:r>
              <a:rPr sz="1725" b="0">
                <a:solidFill>
                  <a:srgbClr val="FFFFFF"/>
                </a:solidFill>
              </a:rPr>
              <a:t>      → find_claim_channel</a:t>
            </a:r>
          </a:p>
          <a:p xmlns:a="http://schemas.openxmlformats.org/drawingml/2006/main">
            <a:r>
              <a:t/>
            </a:r>
          </a:p>
          <a:p xmlns:a="http://schemas.openxmlformats.org/drawingml/2006/main">
            <a:pPr algn="l">
              <a:defRPr sz="1725" b="0">
                <a:solidFill>
                  <a:srgbClr val="FFFFFF"/>
                </a:solidFill>
              </a:defRPr>
            </a:pPr>
            <a:r>
              <a:rPr sz="1725" b="0">
                <a:solidFill>
                  <a:srgbClr val="FFFFFF"/>
                </a:solidFill>
              </a:rPr>
              <a:t>2 appels demandés</a:t>
            </a:r>
          </a:p>
          <a:p xmlns:a="http://schemas.openxmlformats.org/drawingml/2006/main">
            <a:pPr algn="l">
              <a:defRPr sz="1725" b="0">
                <a:solidFill>
                  <a:srgbClr val="FFFFFF"/>
                </a:solidFill>
              </a:defRPr>
            </a:pPr>
            <a:r>
              <a:rPr sz="1725" b="0">
                <a:solidFill>
                  <a:srgbClr val="FFFFFF"/>
                </a:solidFill>
              </a:rPr>
              <a:t>0 appel rejeté</a:t>
            </a:r>
          </a:p>
          <a:p xmlns:a="http://schemas.openxmlformats.org/drawingml/2006/main">
            <a:pPr algn="l">
              <a:defRPr sz="1725" b="0">
                <a:solidFill>
                  <a:srgbClr val="FFFFFF"/>
                </a:solidFill>
              </a:defRPr>
            </a:pPr>
            <a:r>
              <a:rPr sz="1725" b="0">
                <a:solidFill>
                  <a:srgbClr val="FFFFFF"/>
                </a:solidFill>
              </a:rPr>
              <a:t>1 retour d’outil vers Gemma</a:t>
            </a:r>
          </a:p>
        </p:txBody>
      </p:sp>
      <p:sp>
        <p:nvSpPr>
          <p:cNvPr id="8" name="">
            <a:extLst xmlns:a="http://schemas.openxmlformats.org/drawingml/2006/main">
              <a:ext uri="{FF2B5EF4-FFF2-40B4-BE49-F238E27FC236}">
                <a16:creationId xmlns:a16="http://schemas.microsoft.com/office/drawing/2014/main" id="{50F960C0-FF11-4567-B7C9-8068773FF047}"/>
              </a:ext>
            </a:extLst>
          </p:cNvPr>
          <p:cNvSpPr>
            <a:spLocks xmlns:a="http://schemas.openxmlformats.org/drawingml/2006/main" noGrp="1"/>
          </p:cNvSpPr>
          <p:nvPr/>
        </p:nvSpPr>
        <p:spPr>
          <a:xfrm xmlns:a="http://schemas.openxmlformats.org/drawingml/2006/main">
            <a:off x="7810500" y="203835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200" b="1">
                <a:solidFill>
                  <a:srgbClr val="176B4D"/>
                </a:solidFill>
              </a:defRPr>
            </a:pPr>
            <a:r>
              <a:rPr sz="4200" b="1">
                <a:solidFill>
                  <a:srgbClr val="176B4D"/>
                </a:solidFill>
              </a:rPr>
              <a:t>49,29 s</a:t>
            </a:r>
          </a:p>
        </p:txBody>
      </p:sp>
      <p:sp>
        <p:nvSpPr>
          <p:cNvPr id="9" name="">
            <a:extLst xmlns:a="http://schemas.openxmlformats.org/drawingml/2006/main">
              <a:ext uri="{FF2B5EF4-FFF2-40B4-BE49-F238E27FC236}">
                <a16:creationId xmlns:a16="http://schemas.microsoft.com/office/drawing/2014/main" id="{D79EF6D4-D4F7-4444-AB45-27FBCA5DE497}"/>
              </a:ext>
            </a:extLst>
          </p:cNvPr>
          <p:cNvSpPr>
            <a:spLocks xmlns:a="http://schemas.openxmlformats.org/drawingml/2006/main" noGrp="1"/>
          </p:cNvSpPr>
          <p:nvPr/>
        </p:nvSpPr>
        <p:spPr>
          <a:xfrm xmlns:a="http://schemas.openxmlformats.org/drawingml/2006/main">
            <a:off x="7810500" y="27241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607067"/>
                </a:solidFill>
              </a:defRPr>
            </a:pPr>
            <a:r>
              <a:rPr sz="1500" b="0">
                <a:solidFill>
                  <a:srgbClr val="607067"/>
                </a:solidFill>
              </a:rPr>
              <a:t>rerun complet post-correctif</a:t>
            </a:r>
          </a:p>
        </p:txBody>
      </p:sp>
      <p:sp>
        <p:nvSpPr>
          <p:cNvPr id="10" name="">
            <a:extLst xmlns:a="http://schemas.openxmlformats.org/drawingml/2006/main">
              <a:ext uri="{FF2B5EF4-FFF2-40B4-BE49-F238E27FC236}">
                <a16:creationId xmlns:a16="http://schemas.microsoft.com/office/drawing/2014/main" id="{239DAB8F-6E75-423B-859E-E5514DC19D0E}"/>
              </a:ext>
            </a:extLst>
          </p:cNvPr>
          <p:cNvSpPr>
            <a:spLocks xmlns:a="http://schemas.openxmlformats.org/drawingml/2006/main" noGrp="1"/>
          </p:cNvSpPr>
          <p:nvPr/>
        </p:nvSpPr>
        <p:spPr>
          <a:xfrm xmlns:a="http://schemas.openxmlformats.org/drawingml/2006/main">
            <a:off x="7810500" y="354330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200" b="1">
                <a:solidFill>
                  <a:srgbClr val="132019"/>
                </a:solidFill>
              </a:defRPr>
            </a:pPr>
            <a:r>
              <a:rPr sz="4200" b="1">
                <a:solidFill>
                  <a:srgbClr val="132019"/>
                </a:solidFill>
              </a:rPr>
              <a:t>250 €</a:t>
            </a:r>
          </a:p>
        </p:txBody>
      </p:sp>
      <p:sp>
        <p:nvSpPr>
          <p:cNvPr id="11" name="">
            <a:extLst xmlns:a="http://schemas.openxmlformats.org/drawingml/2006/main">
              <a:ext uri="{FF2B5EF4-FFF2-40B4-BE49-F238E27FC236}">
                <a16:creationId xmlns:a16="http://schemas.microsoft.com/office/drawing/2014/main" id="{2FC5E636-5A64-4D33-816D-C83005B9E15E}"/>
              </a:ext>
            </a:extLst>
          </p:cNvPr>
          <p:cNvSpPr>
            <a:spLocks xmlns:a="http://schemas.openxmlformats.org/drawingml/2006/main" noGrp="1"/>
          </p:cNvSpPr>
          <p:nvPr/>
        </p:nvSpPr>
        <p:spPr>
          <a:xfrm xmlns:a="http://schemas.openxmlformats.org/drawingml/2006/main">
            <a:off x="7810500" y="42291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607067"/>
                </a:solidFill>
              </a:defRPr>
            </a:pPr>
            <a:r>
              <a:rPr sz="1500" b="0">
                <a:solidFill>
                  <a:srgbClr val="607067"/>
                </a:solidFill>
              </a:rPr>
              <a:t>potentiels · CDG–LIS</a:t>
            </a:r>
          </a:p>
        </p:txBody>
      </p:sp>
      <p:sp>
        <p:nvSpPr>
          <p:cNvPr id="12" name="">
            <a:extLst xmlns:a="http://schemas.openxmlformats.org/drawingml/2006/main">
              <a:ext uri="{FF2B5EF4-FFF2-40B4-BE49-F238E27FC236}">
                <a16:creationId xmlns:a16="http://schemas.microsoft.com/office/drawing/2014/main" id="{03A5D597-C801-4454-B129-35C3B84041C3}"/>
              </a:ext>
            </a:extLst>
          </p:cNvPr>
          <p:cNvSpPr>
            <a:spLocks xmlns:a="http://schemas.openxmlformats.org/drawingml/2006/main" noGrp="1"/>
          </p:cNvSpPr>
          <p:nvPr/>
        </p:nvSpPr>
        <p:spPr>
          <a:xfrm xmlns:a="http://schemas.openxmlformats.org/drawingml/2006/main">
            <a:off x="7810500" y="502920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9A5A13"/>
                </a:solidFill>
              </a:defRPr>
            </a:pPr>
            <a:r>
              <a:rPr sz="1575" b="1">
                <a:solidFill>
                  <a:srgbClr val="9A5A13"/>
                </a:solidFill>
              </a:rPr>
              <a:t>Source en ligne filtrée · fallback déterministe disponible</a:t>
            </a:r>
          </a:p>
        </p:txBody>
      </p:sp>
    </p:spTree>
    <p:extLst>
      <p:ext uri="{BB962C8B-B14F-4D97-AF65-F5344CB8AC3E}">
        <p14:creationId xmlns:p14="http://schemas.microsoft.com/office/powerpoint/2010/main" val="1027856176"/>
      </p:ext>
    </p:extLst>
  </p:cSld>
</p:sld>
</file>

<file path=ppt/slides/slide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497BE76-443B-4C8A-AF3C-08EC9E384A8B}"/>
              </a:ext>
            </a:extLst>
          </p:cNvPr>
          <p:cNvSpPr>
            <a:spLocks xmlns:a="http://schemas.openxmlformats.org/drawingml/2006/main" noGrp="1"/>
          </p:cNvSpPr>
          <p:nvPr/>
        </p:nvSpPr>
        <p:spPr>
          <a:xfrm xmlns:a="http://schemas.openxmlformats.org/drawingml/2006/main">
            <a:off x="685800" y="4762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6B4D"/>
                </a:solidFill>
              </a:defRPr>
            </a:pPr>
            <a:r>
              <a:rPr sz="1200" b="1">
                <a:solidFill>
                  <a:srgbClr val="176B4D"/>
                </a:solidFill>
              </a:rPr>
              <a:t>NOS AVANTAGES</a:t>
            </a:r>
          </a:p>
        </p:txBody>
      </p:sp>
      <p:sp>
        <p:nvSpPr>
          <p:cNvPr id="2" name="">
            <a:extLst xmlns:a="http://schemas.openxmlformats.org/drawingml/2006/main">
              <a:ext uri="{FF2B5EF4-FFF2-40B4-BE49-F238E27FC236}">
                <a16:creationId xmlns:a16="http://schemas.microsoft.com/office/drawing/2014/main" id="{601DEDBD-2407-4015-AD15-BB6DB38C2660}"/>
              </a:ext>
            </a:extLst>
          </p:cNvPr>
          <p:cNvSpPr>
            <a:spLocks xmlns:a="http://schemas.openxmlformats.org/drawingml/2006/main" noGrp="1"/>
          </p:cNvSpPr>
          <p:nvPr/>
        </p:nvSpPr>
        <p:spPr>
          <a:xfrm xmlns:a="http://schemas.openxmlformats.org/drawingml/2006/main">
            <a:off x="685800" y="8382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32019"/>
                </a:solidFill>
              </a:defRPr>
            </a:pPr>
            <a:r>
              <a:rPr sz="3600" b="1">
                <a:solidFill>
                  <a:srgbClr val="132019"/>
                </a:solidFill>
              </a:rPr>
              <a:t>Vos données. Votre décision. Votre indemnité.</a:t>
            </a:r>
          </a:p>
        </p:txBody>
      </p:sp>
      <p:sp>
        <p:nvSpPr>
          <p:cNvPr id="3" name="">
            <a:extLst xmlns:a="http://schemas.openxmlformats.org/drawingml/2006/main">
              <a:ext uri="{FF2B5EF4-FFF2-40B4-BE49-F238E27FC236}">
                <a16:creationId xmlns:a16="http://schemas.microsoft.com/office/drawing/2014/main" id="{4462DC27-B3E5-46BF-B3BF-5D7AF9CD9019}"/>
              </a:ext>
            </a:extLst>
          </p:cNvPr>
          <p:cNvSpPr>
            <a:spLocks xmlns:a="http://schemas.openxmlformats.org/drawingml/2006/main" noGrp="1"/>
          </p:cNvSpPr>
          <p:nvPr/>
        </p:nvSpPr>
        <p:spPr>
          <a:xfrm xmlns:a="http://schemas.openxmlformats.org/drawingml/2006/main">
            <a:off x="685800" y="64293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07067"/>
                </a:solidFill>
              </a:defRPr>
            </a:pPr>
            <a:r>
              <a:rPr sz="1050" b="1">
                <a:solidFill>
                  <a:srgbClr val="607067"/>
                </a:solidFill>
              </a:rPr>
              <a:t>DROIT DE RETARD · GEMMA 4</a:t>
            </a:r>
          </a:p>
        </p:txBody>
      </p:sp>
      <p:sp>
        <p:nvSpPr>
          <p:cNvPr id="4" name="">
            <a:extLst xmlns:a="http://schemas.openxmlformats.org/drawingml/2006/main">
              <a:ext uri="{FF2B5EF4-FFF2-40B4-BE49-F238E27FC236}">
                <a16:creationId xmlns:a16="http://schemas.microsoft.com/office/drawing/2014/main" id="{52689AA1-85D1-416A-B355-94FEC63C02D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07067"/>
                </a:solidFill>
              </a:defRPr>
            </a:pPr>
            <a:r>
              <a:rPr sz="1050" b="1">
                <a:solidFill>
                  <a:srgbClr val="607067"/>
                </a:solidFill>
              </a:rPr>
              <a:t>05</a:t>
            </a:r>
          </a:p>
        </p:txBody>
      </p:sp>
      <p:sp>
        <p:nvSpPr>
          <p:cNvPr id="5" name="">
            <a:extLst xmlns:a="http://schemas.openxmlformats.org/drawingml/2006/main">
              <a:ext uri="{FF2B5EF4-FFF2-40B4-BE49-F238E27FC236}">
                <a16:creationId xmlns:a16="http://schemas.microsoft.com/office/drawing/2014/main" id="{154440E9-E7D5-4036-AC56-72888EFB5BEC}"/>
              </a:ext>
            </a:extLst>
          </p:cNvPr>
          <p:cNvSpPr>
            <a:spLocks xmlns:a="http://schemas.openxmlformats.org/drawingml/2006/main" noGrp="1"/>
          </p:cNvSpPr>
          <p:nvPr/>
        </p:nvSpPr>
        <p:spPr>
          <a:xfrm xmlns:a="http://schemas.openxmlformats.org/drawingml/2006/main">
            <a:off x="685800" y="1952625"/>
            <a:ext cx="4857750" cy="47625"/>
          </a:xfrm>
          <a:prstGeom xmlns:a="http://schemas.openxmlformats.org/drawingml/2006/main" prst="roundRect">
            <a:avLst>
              <a:gd name="adj" fmla="val 50000"/>
            </a:avLst>
          </a:prstGeom>
          <a:solidFill xmlns:a="http://schemas.openxmlformats.org/drawingml/2006/main">
            <a:srgbClr val="176B4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D223384-D585-404A-913A-B39E8054ADFE}"/>
              </a:ext>
            </a:extLst>
          </p:cNvPr>
          <p:cNvSpPr>
            <a:spLocks xmlns:a="http://schemas.openxmlformats.org/drawingml/2006/main" noGrp="1"/>
          </p:cNvSpPr>
          <p:nvPr/>
        </p:nvSpPr>
        <p:spPr>
          <a:xfrm xmlns:a="http://schemas.openxmlformats.org/drawingml/2006/main">
            <a:off x="685800" y="2181225"/>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132019"/>
                </a:solidFill>
              </a:defRPr>
            </a:pPr>
            <a:r>
              <a:rPr sz="2325" b="1">
                <a:solidFill>
                  <a:srgbClr val="132019"/>
                </a:solidFill>
              </a:rPr>
              <a:t>Reste local</a:t>
            </a:r>
          </a:p>
        </p:txBody>
      </p:sp>
      <p:sp>
        <p:nvSpPr>
          <p:cNvPr id="7" name="">
            <a:extLst xmlns:a="http://schemas.openxmlformats.org/drawingml/2006/main">
              <a:ext uri="{FF2B5EF4-FFF2-40B4-BE49-F238E27FC236}">
                <a16:creationId xmlns:a16="http://schemas.microsoft.com/office/drawing/2014/main" id="{25F4CC07-6194-4730-AC16-9FB129714B1A}"/>
              </a:ext>
            </a:extLst>
          </p:cNvPr>
          <p:cNvSpPr>
            <a:spLocks xmlns:a="http://schemas.openxmlformats.org/drawingml/2006/main" noGrp="1"/>
          </p:cNvSpPr>
          <p:nvPr/>
        </p:nvSpPr>
        <p:spPr>
          <a:xfrm xmlns:a="http://schemas.openxmlformats.org/drawingml/2006/main">
            <a:off x="4095750" y="2181225"/>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176B4D"/>
                </a:solidFill>
              </a:defRPr>
            </a:pPr>
            <a:r>
              <a:rPr sz="1275" b="1">
                <a:solidFill>
                  <a:srgbClr val="176B4D"/>
                </a:solidFill>
              </a:rPr>
              <a:t>DONNÉES</a:t>
            </a:r>
          </a:p>
        </p:txBody>
      </p:sp>
      <p:sp>
        <p:nvSpPr>
          <p:cNvPr id="8" name="">
            <a:extLst xmlns:a="http://schemas.openxmlformats.org/drawingml/2006/main">
              <a:ext uri="{FF2B5EF4-FFF2-40B4-BE49-F238E27FC236}">
                <a16:creationId xmlns:a16="http://schemas.microsoft.com/office/drawing/2014/main" id="{3A2D9BF7-1E4D-415D-A1B9-FC7321E89D44}"/>
              </a:ext>
            </a:extLst>
          </p:cNvPr>
          <p:cNvSpPr>
            <a:spLocks xmlns:a="http://schemas.openxmlformats.org/drawingml/2006/main" noGrp="1"/>
          </p:cNvSpPr>
          <p:nvPr/>
        </p:nvSpPr>
        <p:spPr>
          <a:xfrm xmlns:a="http://schemas.openxmlformats.org/drawingml/2006/main">
            <a:off x="685800" y="2733675"/>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607067"/>
                </a:solidFill>
              </a:defRPr>
            </a:pPr>
            <a:r>
              <a:rPr sz="1725" b="0">
                <a:solidFill>
                  <a:srgbClr val="607067"/>
                </a:solidFill>
              </a:rPr>
              <a:t>Billet, identité et référence</a:t>
            </a:r>
          </a:p>
          <a:p xmlns:a="http://schemas.openxmlformats.org/drawingml/2006/main">
            <a:pPr algn="l">
              <a:defRPr sz="1725" b="0">
                <a:solidFill>
                  <a:srgbClr val="607067"/>
                </a:solidFill>
              </a:defRPr>
            </a:pPr>
            <a:r>
              <a:rPr sz="1725" b="0">
                <a:solidFill>
                  <a:srgbClr val="607067"/>
                </a:solidFill>
              </a:rPr>
              <a:t>analysés via Ollama.</a:t>
            </a:r>
          </a:p>
        </p:txBody>
      </p:sp>
      <p:sp>
        <p:nvSpPr>
          <p:cNvPr id="9" name="">
            <a:extLst xmlns:a="http://schemas.openxmlformats.org/drawingml/2006/main">
              <a:ext uri="{FF2B5EF4-FFF2-40B4-BE49-F238E27FC236}">
                <a16:creationId xmlns:a16="http://schemas.microsoft.com/office/drawing/2014/main" id="{A163A8D7-57E0-4D79-BC4D-0B6C25E563AA}"/>
              </a:ext>
            </a:extLst>
          </p:cNvPr>
          <p:cNvSpPr>
            <a:spLocks xmlns:a="http://schemas.openxmlformats.org/drawingml/2006/main" noGrp="1"/>
          </p:cNvSpPr>
          <p:nvPr/>
        </p:nvSpPr>
        <p:spPr>
          <a:xfrm xmlns:a="http://schemas.openxmlformats.org/drawingml/2006/main">
            <a:off x="6191250" y="1952625"/>
            <a:ext cx="4857750" cy="47625"/>
          </a:xfrm>
          <a:prstGeom xmlns:a="http://schemas.openxmlformats.org/drawingml/2006/main" prst="roundRect">
            <a:avLst>
              <a:gd name="adj" fmla="val 50000"/>
            </a:avLst>
          </a:prstGeom>
          <a:solidFill xmlns:a="http://schemas.openxmlformats.org/drawingml/2006/main">
            <a:srgbClr val="176B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57CFD2F-1BCB-48B1-BFEA-9F28B839C13E}"/>
              </a:ext>
            </a:extLst>
          </p:cNvPr>
          <p:cNvSpPr>
            <a:spLocks xmlns:a="http://schemas.openxmlformats.org/drawingml/2006/main" noGrp="1"/>
          </p:cNvSpPr>
          <p:nvPr/>
        </p:nvSpPr>
        <p:spPr>
          <a:xfrm xmlns:a="http://schemas.openxmlformats.org/drawingml/2006/main">
            <a:off x="6191250" y="2181225"/>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132019"/>
                </a:solidFill>
              </a:defRPr>
            </a:pPr>
            <a:r>
              <a:rPr sz="2325" b="1">
                <a:solidFill>
                  <a:srgbClr val="132019"/>
                </a:solidFill>
              </a:rPr>
              <a:t>0 % commission</a:t>
            </a:r>
          </a:p>
        </p:txBody>
      </p:sp>
      <p:sp>
        <p:nvSpPr>
          <p:cNvPr id="11" name="">
            <a:extLst xmlns:a="http://schemas.openxmlformats.org/drawingml/2006/main">
              <a:ext uri="{FF2B5EF4-FFF2-40B4-BE49-F238E27FC236}">
                <a16:creationId xmlns:a16="http://schemas.microsoft.com/office/drawing/2014/main" id="{7A43B0F2-3185-4AE5-B9AD-F68C62B9CAAF}"/>
              </a:ext>
            </a:extLst>
          </p:cNvPr>
          <p:cNvSpPr>
            <a:spLocks xmlns:a="http://schemas.openxmlformats.org/drawingml/2006/main" noGrp="1"/>
          </p:cNvSpPr>
          <p:nvPr/>
        </p:nvSpPr>
        <p:spPr>
          <a:xfrm xmlns:a="http://schemas.openxmlformats.org/drawingml/2006/main">
            <a:off x="9601200" y="2181225"/>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176B4D"/>
                </a:solidFill>
              </a:defRPr>
            </a:pPr>
            <a:r>
              <a:rPr sz="1275" b="1">
                <a:solidFill>
                  <a:srgbClr val="176B4D"/>
                </a:solidFill>
              </a:rPr>
              <a:t>100 %</a:t>
            </a:r>
          </a:p>
        </p:txBody>
      </p:sp>
      <p:sp>
        <p:nvSpPr>
          <p:cNvPr id="12" name="">
            <a:extLst xmlns:a="http://schemas.openxmlformats.org/drawingml/2006/main">
              <a:ext uri="{FF2B5EF4-FFF2-40B4-BE49-F238E27FC236}">
                <a16:creationId xmlns:a16="http://schemas.microsoft.com/office/drawing/2014/main" id="{37329936-C93D-429F-8BFD-004D5E61AF6A}"/>
              </a:ext>
            </a:extLst>
          </p:cNvPr>
          <p:cNvSpPr>
            <a:spLocks xmlns:a="http://schemas.openxmlformats.org/drawingml/2006/main" noGrp="1"/>
          </p:cNvSpPr>
          <p:nvPr/>
        </p:nvSpPr>
        <p:spPr>
          <a:xfrm xmlns:a="http://schemas.openxmlformats.org/drawingml/2006/main">
            <a:off x="6191250" y="2733675"/>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607067"/>
                </a:solidFill>
              </a:defRPr>
            </a:pPr>
            <a:r>
              <a:rPr sz="1725" b="0">
                <a:solidFill>
                  <a:srgbClr val="607067"/>
                </a:solidFill>
              </a:rPr>
              <a:t>Le voyageur garde 100 %</a:t>
            </a:r>
          </a:p>
          <a:p xmlns:a="http://schemas.openxmlformats.org/drawingml/2006/main">
            <a:pPr algn="l">
              <a:defRPr sz="1725" b="0">
                <a:solidFill>
                  <a:srgbClr val="607067"/>
                </a:solidFill>
              </a:defRPr>
            </a:pPr>
            <a:r>
              <a:rPr sz="1725" b="0">
                <a:solidFill>
                  <a:srgbClr val="607067"/>
                </a:solidFill>
              </a:rPr>
              <a:t>d’une indemnité éventuelle.</a:t>
            </a:r>
          </a:p>
        </p:txBody>
      </p:sp>
      <p:sp>
        <p:nvSpPr>
          <p:cNvPr id="13" name="">
            <a:extLst xmlns:a="http://schemas.openxmlformats.org/drawingml/2006/main">
              <a:ext uri="{FF2B5EF4-FFF2-40B4-BE49-F238E27FC236}">
                <a16:creationId xmlns:a16="http://schemas.microsoft.com/office/drawing/2014/main" id="{ADF83063-6C25-443C-8273-2CD64E811D50}"/>
              </a:ext>
            </a:extLst>
          </p:cNvPr>
          <p:cNvSpPr>
            <a:spLocks xmlns:a="http://schemas.openxmlformats.org/drawingml/2006/main" noGrp="1"/>
          </p:cNvSpPr>
          <p:nvPr/>
        </p:nvSpPr>
        <p:spPr>
          <a:xfrm xmlns:a="http://schemas.openxmlformats.org/drawingml/2006/main">
            <a:off x="685800" y="4048125"/>
            <a:ext cx="4857750" cy="47625"/>
          </a:xfrm>
          <a:prstGeom xmlns:a="http://schemas.openxmlformats.org/drawingml/2006/main" prst="roundRect">
            <a:avLst>
              <a:gd name="adj" fmla="val 50000"/>
            </a:avLst>
          </a:prstGeom>
          <a:solidFill xmlns:a="http://schemas.openxmlformats.org/drawingml/2006/main">
            <a:srgbClr val="176B4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D84F84B-683E-4B84-988A-2A3356931AF4}"/>
              </a:ext>
            </a:extLst>
          </p:cNvPr>
          <p:cNvSpPr>
            <a:spLocks xmlns:a="http://schemas.openxmlformats.org/drawingml/2006/main" noGrp="1"/>
          </p:cNvSpPr>
          <p:nvPr/>
        </p:nvSpPr>
        <p:spPr>
          <a:xfrm xmlns:a="http://schemas.openxmlformats.org/drawingml/2006/main">
            <a:off x="685800" y="4276725"/>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132019"/>
                </a:solidFill>
              </a:defRPr>
            </a:pPr>
            <a:r>
              <a:rPr sz="2325" b="1">
                <a:solidFill>
                  <a:srgbClr val="132019"/>
                </a:solidFill>
              </a:rPr>
              <a:t>Tout s’explique</a:t>
            </a:r>
          </a:p>
        </p:txBody>
      </p:sp>
      <p:sp>
        <p:nvSpPr>
          <p:cNvPr id="15" name="">
            <a:extLst xmlns:a="http://schemas.openxmlformats.org/drawingml/2006/main">
              <a:ext uri="{FF2B5EF4-FFF2-40B4-BE49-F238E27FC236}">
                <a16:creationId xmlns:a16="http://schemas.microsoft.com/office/drawing/2014/main" id="{690A8135-FDDC-40F7-8097-3B784CF1E00D}"/>
              </a:ext>
            </a:extLst>
          </p:cNvPr>
          <p:cNvSpPr>
            <a:spLocks xmlns:a="http://schemas.openxmlformats.org/drawingml/2006/main" noGrp="1"/>
          </p:cNvSpPr>
          <p:nvPr/>
        </p:nvSpPr>
        <p:spPr>
          <a:xfrm xmlns:a="http://schemas.openxmlformats.org/drawingml/2006/main">
            <a:off x="4095750" y="4276725"/>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176B4D"/>
                </a:solidFill>
              </a:defRPr>
            </a:pPr>
            <a:r>
              <a:rPr sz="1275" b="1">
                <a:solidFill>
                  <a:srgbClr val="176B4D"/>
                </a:solidFill>
              </a:rPr>
              <a:t>TRACE</a:t>
            </a:r>
          </a:p>
        </p:txBody>
      </p:sp>
      <p:sp>
        <p:nvSpPr>
          <p:cNvPr id="16" name="">
            <a:extLst xmlns:a="http://schemas.openxmlformats.org/drawingml/2006/main">
              <a:ext uri="{FF2B5EF4-FFF2-40B4-BE49-F238E27FC236}">
                <a16:creationId xmlns:a16="http://schemas.microsoft.com/office/drawing/2014/main" id="{83FDE064-B4BF-4F92-A022-27E75D769EDB}"/>
              </a:ext>
            </a:extLst>
          </p:cNvPr>
          <p:cNvSpPr>
            <a:spLocks xmlns:a="http://schemas.openxmlformats.org/drawingml/2006/main" noGrp="1"/>
          </p:cNvSpPr>
          <p:nvPr/>
        </p:nvSpPr>
        <p:spPr>
          <a:xfrm xmlns:a="http://schemas.openxmlformats.org/drawingml/2006/main">
            <a:off x="685800" y="4829175"/>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607067"/>
                </a:solidFill>
              </a:defRPr>
            </a:pPr>
            <a:r>
              <a:rPr sz="1725" b="0">
                <a:solidFill>
                  <a:srgbClr val="607067"/>
                </a:solidFill>
              </a:rPr>
              <a:t>Faits → outil Gemma →</a:t>
            </a:r>
          </a:p>
          <a:p xmlns:a="http://schemas.openxmlformats.org/drawingml/2006/main">
            <a:pPr algn="l">
              <a:defRPr sz="1725" b="0">
                <a:solidFill>
                  <a:srgbClr val="607067"/>
                </a:solidFill>
              </a:defRPr>
            </a:pPr>
            <a:r>
              <a:rPr sz="1725" b="0">
                <a:solidFill>
                  <a:srgbClr val="607067"/>
                </a:solidFill>
              </a:rPr>
              <a:t>règle → décision.</a:t>
            </a:r>
          </a:p>
        </p:txBody>
      </p:sp>
      <p:sp>
        <p:nvSpPr>
          <p:cNvPr id="17" name="">
            <a:extLst xmlns:a="http://schemas.openxmlformats.org/drawingml/2006/main">
              <a:ext uri="{FF2B5EF4-FFF2-40B4-BE49-F238E27FC236}">
                <a16:creationId xmlns:a16="http://schemas.microsoft.com/office/drawing/2014/main" id="{3D53A705-7C09-4B58-B4E1-3D2C80D9DD6A}"/>
              </a:ext>
            </a:extLst>
          </p:cNvPr>
          <p:cNvSpPr>
            <a:spLocks xmlns:a="http://schemas.openxmlformats.org/drawingml/2006/main" noGrp="1"/>
          </p:cNvSpPr>
          <p:nvPr/>
        </p:nvSpPr>
        <p:spPr>
          <a:xfrm xmlns:a="http://schemas.openxmlformats.org/drawingml/2006/main">
            <a:off x="6191250" y="4048125"/>
            <a:ext cx="4857750" cy="47625"/>
          </a:xfrm>
          <a:prstGeom xmlns:a="http://schemas.openxmlformats.org/drawingml/2006/main" prst="roundRect">
            <a:avLst>
              <a:gd name="adj" fmla="val 50000"/>
            </a:avLst>
          </a:prstGeom>
          <a:solidFill xmlns:a="http://schemas.openxmlformats.org/drawingml/2006/main">
            <a:srgbClr val="9A5A1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DC84C00-345D-45EF-AEB0-28AE1E9CCB12}"/>
              </a:ext>
            </a:extLst>
          </p:cNvPr>
          <p:cNvSpPr>
            <a:spLocks xmlns:a="http://schemas.openxmlformats.org/drawingml/2006/main" noGrp="1"/>
          </p:cNvSpPr>
          <p:nvPr/>
        </p:nvSpPr>
        <p:spPr>
          <a:xfrm xmlns:a="http://schemas.openxmlformats.org/drawingml/2006/main">
            <a:off x="6191250" y="4276725"/>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132019"/>
                </a:solidFill>
              </a:defRPr>
            </a:pPr>
            <a:r>
              <a:rPr sz="2325" b="1">
                <a:solidFill>
                  <a:srgbClr val="132019"/>
                </a:solidFill>
              </a:rPr>
              <a:t>Même hors ligne</a:t>
            </a:r>
          </a:p>
        </p:txBody>
      </p:sp>
      <p:sp>
        <p:nvSpPr>
          <p:cNvPr id="19" name="">
            <a:extLst xmlns:a="http://schemas.openxmlformats.org/drawingml/2006/main">
              <a:ext uri="{FF2B5EF4-FFF2-40B4-BE49-F238E27FC236}">
                <a16:creationId xmlns:a16="http://schemas.microsoft.com/office/drawing/2014/main" id="{53731D28-2F9E-4B76-B9C1-1D60C45B2D1A}"/>
              </a:ext>
            </a:extLst>
          </p:cNvPr>
          <p:cNvSpPr>
            <a:spLocks xmlns:a="http://schemas.openxmlformats.org/drawingml/2006/main" noGrp="1"/>
          </p:cNvSpPr>
          <p:nvPr/>
        </p:nvSpPr>
        <p:spPr>
          <a:xfrm xmlns:a="http://schemas.openxmlformats.org/drawingml/2006/main">
            <a:off x="9601200" y="4276725"/>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9A5A13"/>
                </a:solidFill>
              </a:defRPr>
            </a:pPr>
            <a:r>
              <a:rPr sz="1275" b="1">
                <a:solidFill>
                  <a:srgbClr val="9A5A13"/>
                </a:solidFill>
              </a:rPr>
              <a:t>FALLBACK</a:t>
            </a:r>
          </a:p>
        </p:txBody>
      </p:sp>
      <p:sp>
        <p:nvSpPr>
          <p:cNvPr id="20" name="">
            <a:extLst xmlns:a="http://schemas.openxmlformats.org/drawingml/2006/main">
              <a:ext uri="{FF2B5EF4-FFF2-40B4-BE49-F238E27FC236}">
                <a16:creationId xmlns:a16="http://schemas.microsoft.com/office/drawing/2014/main" id="{F618C8BF-0A22-47F4-BF34-C69D69945DC2}"/>
              </a:ext>
            </a:extLst>
          </p:cNvPr>
          <p:cNvSpPr>
            <a:spLocks xmlns:a="http://schemas.openxmlformats.org/drawingml/2006/main" noGrp="1"/>
          </p:cNvSpPr>
          <p:nvPr/>
        </p:nvSpPr>
        <p:spPr>
          <a:xfrm xmlns:a="http://schemas.openxmlformats.org/drawingml/2006/main">
            <a:off x="6191250" y="4829175"/>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607067"/>
                </a:solidFill>
              </a:defRPr>
            </a:pPr>
            <a:r>
              <a:rPr sz="1725" b="0">
                <a:solidFill>
                  <a:srgbClr val="607067"/>
                </a:solidFill>
              </a:rPr>
              <a:t>Panne web → mode conditionnel,</a:t>
            </a:r>
          </a:p>
          <a:p xmlns:a="http://schemas.openxmlformats.org/drawingml/2006/main">
            <a:pPr algn="l">
              <a:defRPr sz="1725" b="0">
                <a:solidFill>
                  <a:srgbClr val="607067"/>
                </a:solidFill>
              </a:defRPr>
            </a:pPr>
            <a:r>
              <a:rPr sz="1725" b="0">
                <a:solidFill>
                  <a:srgbClr val="607067"/>
                </a:solidFill>
              </a:rPr>
              <a:t>sans résultat inventé.</a:t>
            </a:r>
          </a:p>
        </p:txBody>
      </p:sp>
    </p:spTree>
    <p:extLst>
      <p:ext uri="{BB962C8B-B14F-4D97-AF65-F5344CB8AC3E}">
        <p14:creationId xmlns:p14="http://schemas.microsoft.com/office/powerpoint/2010/main" val="1342035"/>
      </p:ext>
    </p:extLst>
  </p:cSld>
</p:sld>
</file>

<file path=ppt/slides/slide6.xml><?xml version="1.0" encoding="utf-8"?>
<p:sld xmlns:p="http://schemas.openxmlformats.org/presentationml/2006/main">
  <p:cSld>
    <p:bg>
      <p:bgPr>
        <a:solidFill xmlns:a="http://schemas.openxmlformats.org/drawingml/2006/main">
          <a:srgbClr val="176B4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D8B43DB-54F6-4E8F-A5BA-B8FC12C0E66B}"/>
              </a:ext>
            </a:extLst>
          </p:cNvPr>
          <p:cNvSpPr>
            <a:spLocks xmlns:a="http://schemas.openxmlformats.org/drawingml/2006/main" noGrp="1"/>
          </p:cNvSpPr>
          <p:nvPr/>
        </p:nvSpPr>
        <p:spPr>
          <a:xfrm xmlns:a="http://schemas.openxmlformats.org/drawingml/2006/main">
            <a:off x="1123950" y="1314450"/>
            <a:ext cx="8858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800" b="1">
                <a:solidFill>
                  <a:srgbClr val="FFFFFF"/>
                </a:solidFill>
              </a:defRPr>
            </a:pPr>
            <a:r>
              <a:rPr sz="4800" b="1">
                <a:solidFill>
                  <a:srgbClr val="FFFFFF"/>
                </a:solidFill>
              </a:rPr>
              <a:t>Gemma orchestre.</a:t>
            </a:r>
          </a:p>
          <a:p xmlns:a="http://schemas.openxmlformats.org/drawingml/2006/main">
            <a:pPr algn="l">
              <a:defRPr sz="4800" b="1">
                <a:solidFill>
                  <a:srgbClr val="FFFFFF"/>
                </a:solidFill>
              </a:defRPr>
            </a:pPr>
            <a:r>
              <a:rPr sz="4800" b="1">
                <a:solidFill>
                  <a:srgbClr val="FFFFFF"/>
                </a:solidFill>
              </a:rPr>
              <a:t>Le voyageur décide.</a:t>
            </a:r>
          </a:p>
        </p:txBody>
      </p:sp>
      <p:sp>
        <p:nvSpPr>
          <p:cNvPr id="2" name="">
            <a:extLst xmlns:a="http://schemas.openxmlformats.org/drawingml/2006/main">
              <a:ext uri="{FF2B5EF4-FFF2-40B4-BE49-F238E27FC236}">
                <a16:creationId xmlns:a16="http://schemas.microsoft.com/office/drawing/2014/main" id="{BF427705-F00D-4579-9C42-6CB86AA8D0C4}"/>
              </a:ext>
            </a:extLst>
          </p:cNvPr>
          <p:cNvSpPr>
            <a:spLocks xmlns:a="http://schemas.openxmlformats.org/drawingml/2006/main" noGrp="1"/>
          </p:cNvSpPr>
          <p:nvPr/>
        </p:nvSpPr>
        <p:spPr>
          <a:xfrm xmlns:a="http://schemas.openxmlformats.org/drawingml/2006/main">
            <a:off x="1162050" y="3543300"/>
            <a:ext cx="7429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0">
                <a:solidFill>
                  <a:srgbClr val="DFF1E8"/>
                </a:solidFill>
              </a:defRPr>
            </a:pPr>
            <a:r>
              <a:rPr sz="2175" b="0">
                <a:solidFill>
                  <a:srgbClr val="DFF1E8"/>
                </a:solidFill>
              </a:rPr>
              <a:t>Ses données restent locales.</a:t>
            </a:r>
          </a:p>
          <a:p xmlns:a="http://schemas.openxmlformats.org/drawingml/2006/main">
            <a:pPr algn="l">
              <a:defRPr sz="2175" b="0">
                <a:solidFill>
                  <a:srgbClr val="DFF1E8"/>
                </a:solidFill>
              </a:defRPr>
            </a:pPr>
            <a:r>
              <a:rPr sz="2175" b="0">
                <a:solidFill>
                  <a:srgbClr val="DFF1E8"/>
                </a:solidFill>
              </a:rPr>
              <a:t>Son dossier reste explicable.</a:t>
            </a:r>
          </a:p>
          <a:p xmlns:a="http://schemas.openxmlformats.org/drawingml/2006/main">
            <a:pPr algn="l">
              <a:defRPr sz="2175" b="0">
                <a:solidFill>
                  <a:srgbClr val="DFF1E8"/>
                </a:solidFill>
              </a:defRPr>
            </a:pPr>
            <a:r>
              <a:rPr sz="2175" b="0">
                <a:solidFill>
                  <a:srgbClr val="DFF1E8"/>
                </a:solidFill>
              </a:rPr>
              <a:t>Son indemnité éventuelle reste entière.</a:t>
            </a:r>
          </a:p>
        </p:txBody>
      </p:sp>
      <p:sp>
        <p:nvSpPr>
          <p:cNvPr id="3" name="">
            <a:extLst xmlns:a="http://schemas.openxmlformats.org/drawingml/2006/main">
              <a:ext uri="{FF2B5EF4-FFF2-40B4-BE49-F238E27FC236}">
                <a16:creationId xmlns:a16="http://schemas.microsoft.com/office/drawing/2014/main" id="{CC6EB781-9717-4B91-AF57-76F731E9D6D3}"/>
              </a:ext>
            </a:extLst>
          </p:cNvPr>
          <p:cNvSpPr>
            <a:spLocks xmlns:a="http://schemas.openxmlformats.org/drawingml/2006/main" noGrp="1"/>
          </p:cNvSpPr>
          <p:nvPr/>
        </p:nvSpPr>
        <p:spPr>
          <a:xfrm xmlns:a="http://schemas.openxmlformats.org/drawingml/2006/main">
            <a:off x="1162050" y="5715000"/>
            <a:ext cx="800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FFFFF"/>
                </a:solidFill>
              </a:defRPr>
            </a:pPr>
            <a:r>
              <a:rPr sz="1500" b="1">
                <a:solidFill>
                  <a:srgbClr val="FFFFFF"/>
                </a:solidFill>
              </a:rPr>
              <a:t>BILLET  →  2 OUTILS  →  RÈGLE  →  LETTRE</a:t>
            </a:r>
          </a:p>
        </p:txBody>
      </p:sp>
      <p:sp>
        <p:nvSpPr>
          <p:cNvPr id="4" name="">
            <a:extLst xmlns:a="http://schemas.openxmlformats.org/drawingml/2006/main">
              <a:ext uri="{FF2B5EF4-FFF2-40B4-BE49-F238E27FC236}">
                <a16:creationId xmlns:a16="http://schemas.microsoft.com/office/drawing/2014/main" id="{2332F123-F26D-43F5-8B69-C264DBDCFB34}"/>
              </a:ext>
            </a:extLst>
          </p:cNvPr>
          <p:cNvSpPr>
            <a:spLocks xmlns:a="http://schemas.openxmlformats.org/drawingml/2006/main" noGrp="1"/>
          </p:cNvSpPr>
          <p:nvPr/>
        </p:nvSpPr>
        <p:spPr>
          <a:xfrm xmlns:a="http://schemas.openxmlformats.org/drawingml/2006/main">
            <a:off x="10906125" y="6400800"/>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DFF1E8"/>
                </a:solidFill>
              </a:defRPr>
            </a:pPr>
            <a:r>
              <a:rPr sz="1050" b="1">
                <a:solidFill>
                  <a:srgbClr val="DFF1E8"/>
                </a:solidFill>
              </a:rPr>
              <a:t>06</a:t>
            </a:r>
          </a:p>
        </p:txBody>
      </p:sp>
    </p:spTree>
    <p:extLst>
      <p:ext uri="{BB962C8B-B14F-4D97-AF65-F5344CB8AC3E}">
        <p14:creationId xmlns:p14="http://schemas.microsoft.com/office/powerpoint/2010/main" val="758304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2026-07-25T15:36:37.6900000Z</dcterms:created>
  <dcterms:modified xsi:type="dcterms:W3CDTF">2026-07-25T15:36:37.6900000Z</dcterms:modified>
</coreProperties>
</file>